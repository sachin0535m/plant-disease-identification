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33"/>
  </p:notesMasterIdLst>
  <p:sldIdLst>
    <p:sldId id="256" r:id="rId4"/>
    <p:sldId id="257" r:id="rId5"/>
    <p:sldId id="258" r:id="rId6"/>
    <p:sldId id="259" r:id="rId7"/>
    <p:sldId id="260" r:id="rId8"/>
    <p:sldId id="261" r:id="rId9"/>
    <p:sldId id="262" r:id="rId10"/>
    <p:sldId id="263" r:id="rId11"/>
    <p:sldId id="265" r:id="rId12"/>
    <p:sldId id="266" r:id="rId13"/>
    <p:sldId id="267" r:id="rId14"/>
    <p:sldId id="268" r:id="rId15"/>
    <p:sldId id="269" r:id="rId16"/>
    <p:sldId id="270" r:id="rId17"/>
    <p:sldId id="271" r:id="rId18"/>
    <p:sldId id="272" r:id="rId19"/>
    <p:sldId id="273" r:id="rId20"/>
    <p:sldId id="274" r:id="rId21"/>
    <p:sldId id="285" r:id="rId22"/>
    <p:sldId id="286" r:id="rId23"/>
    <p:sldId id="287" r:id="rId24"/>
    <p:sldId id="275" r:id="rId25"/>
    <p:sldId id="276" r:id="rId26"/>
    <p:sldId id="277" r:id="rId27"/>
    <p:sldId id="278" r:id="rId28"/>
    <p:sldId id="279" r:id="rId29"/>
    <p:sldId id="280" r:id="rId30"/>
    <p:sldId id="283" r:id="rId31"/>
    <p:sldId id="281"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notesMaster" Target="notesMasters/notesMaster1.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Master" Target="slideMasters/slideMaster2.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5.xml"/><Relationship Id="rId8" Type="http://schemas.openxmlformats.org/officeDocument/2006/relationships/image" Target="../media/image3.png"/><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2.png"/><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5" Type="http://schemas.openxmlformats.org/officeDocument/2006/relationships/tags" Target="../tags/tag11.xml"/><Relationship Id="rId14" Type="http://schemas.openxmlformats.org/officeDocument/2006/relationships/tags" Target="../tags/tag10.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tags" Target="../tags/tag7.xml"/><Relationship Id="rId10" Type="http://schemas.openxmlformats.org/officeDocument/2006/relationships/tags" Target="../tags/tag6.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31.xml"/><Relationship Id="rId8" Type="http://schemas.openxmlformats.org/officeDocument/2006/relationships/tags" Target="../tags/tag30.xml"/><Relationship Id="rId7" Type="http://schemas.openxmlformats.org/officeDocument/2006/relationships/tags" Target="../tags/tag29.xml"/><Relationship Id="rId6" Type="http://schemas.openxmlformats.org/officeDocument/2006/relationships/tags" Target="../tags/tag28.xml"/><Relationship Id="rId5" Type="http://schemas.openxmlformats.org/officeDocument/2006/relationships/image" Target="../media/image4.png"/><Relationship Id="rId4" Type="http://schemas.openxmlformats.org/officeDocument/2006/relationships/tags" Target="../tags/tag27.xml"/><Relationship Id="rId3" Type="http://schemas.openxmlformats.org/officeDocument/2006/relationships/image" Target="../media/image1.png"/><Relationship Id="rId2" Type="http://schemas.openxmlformats.org/officeDocument/2006/relationships/tags" Target="../tags/tag26.xml"/><Relationship Id="rId16" Type="http://schemas.openxmlformats.org/officeDocument/2006/relationships/tags" Target="../tags/tag38.xml"/><Relationship Id="rId15" Type="http://schemas.openxmlformats.org/officeDocument/2006/relationships/tags" Target="../tags/tag37.xml"/><Relationship Id="rId14" Type="http://schemas.openxmlformats.org/officeDocument/2006/relationships/tags" Target="../tags/tag36.xml"/><Relationship Id="rId13" Type="http://schemas.openxmlformats.org/officeDocument/2006/relationships/tags" Target="../tags/tag35.xml"/><Relationship Id="rId12" Type="http://schemas.openxmlformats.org/officeDocument/2006/relationships/tags" Target="../tags/tag34.xml"/><Relationship Id="rId11" Type="http://schemas.openxmlformats.org/officeDocument/2006/relationships/tags" Target="../tags/tag33.xml"/><Relationship Id="rId10" Type="http://schemas.openxmlformats.org/officeDocument/2006/relationships/tags" Target="../tags/tag32.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 Type="http://schemas.openxmlformats.org/officeDocument/2006/relationships/tags" Target="../tags/tag39.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54.xml"/><Relationship Id="rId8" Type="http://schemas.openxmlformats.org/officeDocument/2006/relationships/tags" Target="../tags/tag53.xml"/><Relationship Id="rId7" Type="http://schemas.openxmlformats.org/officeDocument/2006/relationships/tags" Target="../tags/tag52.xml"/><Relationship Id="rId6" Type="http://schemas.openxmlformats.org/officeDocument/2006/relationships/tags" Target="../tags/tag51.xml"/><Relationship Id="rId5" Type="http://schemas.openxmlformats.org/officeDocument/2006/relationships/tags" Target="../tags/tag50.xml"/><Relationship Id="rId4" Type="http://schemas.openxmlformats.org/officeDocument/2006/relationships/tags" Target="../tags/tag49.xml"/><Relationship Id="rId3" Type="http://schemas.openxmlformats.org/officeDocument/2006/relationships/tags" Target="../tags/tag48.xml"/><Relationship Id="rId2" Type="http://schemas.openxmlformats.org/officeDocument/2006/relationships/tags" Target="../tags/tag47.xml"/><Relationship Id="rId11" Type="http://schemas.openxmlformats.org/officeDocument/2006/relationships/tags" Target="../tags/tag56.xml"/><Relationship Id="rId10" Type="http://schemas.openxmlformats.org/officeDocument/2006/relationships/tags" Target="../tags/tag55.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6" Type="http://schemas.openxmlformats.org/officeDocument/2006/relationships/tags" Target="../tags/tag67.xml"/><Relationship Id="rId5" Type="http://schemas.openxmlformats.org/officeDocument/2006/relationships/tags" Target="../tags/tag66.xml"/><Relationship Id="rId4" Type="http://schemas.openxmlformats.org/officeDocument/2006/relationships/tags" Target="../tags/tag65.xml"/><Relationship Id="rId3" Type="http://schemas.openxmlformats.org/officeDocument/2006/relationships/tags" Target="../tags/tag64.xml"/><Relationship Id="rId2" Type="http://schemas.openxmlformats.org/officeDocument/2006/relationships/tags" Target="../tags/tag6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80.xml"/><Relationship Id="rId7" Type="http://schemas.openxmlformats.org/officeDocument/2006/relationships/tags" Target="../tags/tag79.xml"/><Relationship Id="rId6" Type="http://schemas.openxmlformats.org/officeDocument/2006/relationships/tags" Target="../tags/tag78.xml"/><Relationship Id="rId5" Type="http://schemas.openxmlformats.org/officeDocument/2006/relationships/tags" Target="../tags/tag77.xml"/><Relationship Id="rId4" Type="http://schemas.openxmlformats.org/officeDocument/2006/relationships/tags" Target="../tags/tag76.xml"/><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86.xml"/><Relationship Id="rId8" Type="http://schemas.openxmlformats.org/officeDocument/2006/relationships/tags" Target="../tags/tag85.xml"/><Relationship Id="rId7" Type="http://schemas.openxmlformats.org/officeDocument/2006/relationships/tags" Target="../tags/tag84.xml"/><Relationship Id="rId6" Type="http://schemas.openxmlformats.org/officeDocument/2006/relationships/tags" Target="../tags/tag83.xml"/><Relationship Id="rId5" Type="http://schemas.openxmlformats.org/officeDocument/2006/relationships/image" Target="../media/image2.png"/><Relationship Id="rId4" Type="http://schemas.openxmlformats.org/officeDocument/2006/relationships/tags" Target="../tags/tag82.xml"/><Relationship Id="rId3" Type="http://schemas.openxmlformats.org/officeDocument/2006/relationships/image" Target="../media/image1.png"/><Relationship Id="rId2" Type="http://schemas.openxmlformats.org/officeDocument/2006/relationships/tags" Target="../tags/tag81.xml"/><Relationship Id="rId15" Type="http://schemas.openxmlformats.org/officeDocument/2006/relationships/tags" Target="../tags/tag91.xml"/><Relationship Id="rId14" Type="http://schemas.openxmlformats.org/officeDocument/2006/relationships/tags" Target="../tags/tag90.xml"/><Relationship Id="rId13" Type="http://schemas.openxmlformats.org/officeDocument/2006/relationships/tags" Target="../tags/tag89.xml"/><Relationship Id="rId12" Type="http://schemas.openxmlformats.org/officeDocument/2006/relationships/image" Target="../media/image3.png"/><Relationship Id="rId11" Type="http://schemas.openxmlformats.org/officeDocument/2006/relationships/tags" Target="../tags/tag88.xml"/><Relationship Id="rId10" Type="http://schemas.openxmlformats.org/officeDocument/2006/relationships/tags" Target="../tags/tag87.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pic>
        <p:nvPicPr>
          <p:cNvPr id="67" name="图片 66"/>
          <p:cNvPicPr>
            <a:picLocks noChangeAspect="1"/>
          </p:cNvPicPr>
          <p:nvPr>
            <p:custDataLst>
              <p:tags r:id="rId2"/>
            </p:custDataLst>
          </p:nvPr>
        </p:nvPicPr>
        <p:blipFill>
          <a:blip r:embed="rId3"/>
          <a:srcRect t="46292" r="37615"/>
          <a:stretch>
            <a:fillRect/>
          </a:stretch>
        </p:blipFill>
        <p:spPr>
          <a:xfrm>
            <a:off x="5011354" y="0"/>
            <a:ext cx="7180647" cy="6181870"/>
          </a:xfrm>
          <a:custGeom>
            <a:avLst/>
            <a:gdLst>
              <a:gd name="connsiteX0" fmla="*/ 0 w 7180647"/>
              <a:gd name="connsiteY0" fmla="*/ 0 h 6181870"/>
              <a:gd name="connsiteX1" fmla="*/ 7180647 w 7180647"/>
              <a:gd name="connsiteY1" fmla="*/ 0 h 6181870"/>
              <a:gd name="connsiteX2" fmla="*/ 7180647 w 7180647"/>
              <a:gd name="connsiteY2" fmla="*/ 6181870 h 6181870"/>
              <a:gd name="connsiteX3" fmla="*/ 0 w 7180647"/>
              <a:gd name="connsiteY3" fmla="*/ 6181870 h 6181870"/>
            </a:gdLst>
            <a:ahLst/>
            <a:cxnLst>
              <a:cxn ang="0">
                <a:pos x="connsiteX0" y="connsiteY0"/>
              </a:cxn>
              <a:cxn ang="0">
                <a:pos x="connsiteX1" y="connsiteY1"/>
              </a:cxn>
              <a:cxn ang="0">
                <a:pos x="connsiteX2" y="connsiteY2"/>
              </a:cxn>
              <a:cxn ang="0">
                <a:pos x="connsiteX3" y="connsiteY3"/>
              </a:cxn>
            </a:cxnLst>
            <a:rect l="l" t="t" r="r" b="b"/>
            <a:pathLst>
              <a:path w="7180647" h="6181870">
                <a:moveTo>
                  <a:pt x="0" y="0"/>
                </a:moveTo>
                <a:lnTo>
                  <a:pt x="7180647" y="0"/>
                </a:lnTo>
                <a:lnTo>
                  <a:pt x="7180647" y="6181870"/>
                </a:lnTo>
                <a:lnTo>
                  <a:pt x="0" y="6181870"/>
                </a:lnTo>
                <a:close/>
              </a:path>
            </a:pathLst>
          </a:custGeom>
        </p:spPr>
      </p:pic>
      <p:pic>
        <p:nvPicPr>
          <p:cNvPr id="68" name="图片 67"/>
          <p:cNvPicPr>
            <a:picLocks noChangeAspect="1"/>
          </p:cNvPicPr>
          <p:nvPr>
            <p:custDataLst>
              <p:tags r:id="rId4"/>
            </p:custDataLst>
          </p:nvPr>
        </p:nvPicPr>
        <p:blipFill>
          <a:blip r:embed="rId5"/>
          <a:srcRect l="60753" b="74987"/>
          <a:stretch>
            <a:fillRect/>
          </a:stretch>
        </p:blipFill>
        <p:spPr>
          <a:xfrm>
            <a:off x="0" y="3978907"/>
            <a:ext cx="4519776" cy="2879094"/>
          </a:xfrm>
          <a:custGeom>
            <a:avLst/>
            <a:gdLst>
              <a:gd name="connsiteX0" fmla="*/ 0 w 4519776"/>
              <a:gd name="connsiteY0" fmla="*/ 0 h 2879094"/>
              <a:gd name="connsiteX1" fmla="*/ 4519776 w 4519776"/>
              <a:gd name="connsiteY1" fmla="*/ 0 h 2879094"/>
              <a:gd name="connsiteX2" fmla="*/ 4519776 w 4519776"/>
              <a:gd name="connsiteY2" fmla="*/ 2879094 h 2879094"/>
              <a:gd name="connsiteX3" fmla="*/ 0 w 4519776"/>
              <a:gd name="connsiteY3" fmla="*/ 2879094 h 2879094"/>
            </a:gdLst>
            <a:ahLst/>
            <a:cxnLst>
              <a:cxn ang="0">
                <a:pos x="connsiteX0" y="connsiteY0"/>
              </a:cxn>
              <a:cxn ang="0">
                <a:pos x="connsiteX1" y="connsiteY1"/>
              </a:cxn>
              <a:cxn ang="0">
                <a:pos x="connsiteX2" y="connsiteY2"/>
              </a:cxn>
              <a:cxn ang="0">
                <a:pos x="connsiteX3" y="connsiteY3"/>
              </a:cxn>
            </a:cxnLst>
            <a:rect l="l" t="t" r="r" b="b"/>
            <a:pathLst>
              <a:path w="4519776" h="2879094">
                <a:moveTo>
                  <a:pt x="0" y="0"/>
                </a:moveTo>
                <a:lnTo>
                  <a:pt x="4519776" y="0"/>
                </a:lnTo>
                <a:lnTo>
                  <a:pt x="4519776" y="2879094"/>
                </a:lnTo>
                <a:lnTo>
                  <a:pt x="0" y="2879094"/>
                </a:lnTo>
                <a:close/>
              </a:path>
            </a:pathLst>
          </a:custGeom>
        </p:spPr>
      </p:pic>
      <p:sp>
        <p:nvSpPr>
          <p:cNvPr id="79" name="椭圆 78"/>
          <p:cNvSpPr/>
          <p:nvPr>
            <p:custDataLst>
              <p:tags r:id="rId6"/>
            </p:custDataLst>
          </p:nvPr>
        </p:nvSpPr>
        <p:spPr>
          <a:xfrm>
            <a:off x="7410821" y="1236375"/>
            <a:ext cx="4781179" cy="4781179"/>
          </a:xfrm>
          <a:prstGeom prst="ellipse">
            <a:avLst/>
          </a:prstGeom>
          <a:gradFill flip="none" rotWithShape="1">
            <a:gsLst>
              <a:gs pos="0">
                <a:schemeClr val="accent1"/>
              </a:gs>
              <a:gs pos="46000">
                <a:schemeClr val="accent4"/>
              </a:gs>
              <a:gs pos="100000">
                <a:schemeClr val="accent6"/>
              </a:gs>
            </a:gsLst>
            <a:path path="circle">
              <a:fillToRect r="100000" b="100000"/>
            </a:path>
            <a:tileRect l="-100000" t="-100000"/>
          </a:gradFill>
          <a:ln>
            <a:noFill/>
            <a:prstDash val="solid"/>
          </a:ln>
          <a:effectLst>
            <a:outerShdw blurRad="203200" dist="101600" dir="8100000" algn="tr" rotWithShape="0">
              <a:srgbClr val="3E3FC2">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07" name="图片对象" descr="E:\PPT翻新\图片3.png图片3"/>
          <p:cNvPicPr>
            <a:picLocks noChangeAspect="1"/>
          </p:cNvPicPr>
          <p:nvPr>
            <p:custDataLst>
              <p:tags r:id="rId7"/>
            </p:custDataLst>
          </p:nvPr>
        </p:nvPicPr>
        <p:blipFill>
          <a:blip r:embed="rId8"/>
          <a:srcRect r="1432" b="3846"/>
          <a:stretch>
            <a:fillRect/>
          </a:stretch>
        </p:blipFill>
        <p:spPr>
          <a:xfrm>
            <a:off x="5417820" y="761365"/>
            <a:ext cx="6774180" cy="6096635"/>
          </a:xfrm>
          <a:prstGeom prst="rect">
            <a:avLst/>
          </a:prstGeom>
        </p:spPr>
      </p:pic>
      <p:sp>
        <p:nvSpPr>
          <p:cNvPr id="78" name="任意多边形: 形状 21"/>
          <p:cNvSpPr/>
          <p:nvPr>
            <p:custDataLst>
              <p:tags r:id="rId9"/>
            </p:custDataLst>
          </p:nvPr>
        </p:nvSpPr>
        <p:spPr>
          <a:xfrm>
            <a:off x="0" y="588645"/>
            <a:ext cx="594995" cy="913765"/>
          </a:xfrm>
          <a:custGeom>
            <a:avLst/>
            <a:gdLst>
              <a:gd name="connsiteX0" fmla="*/ 138215 w 595085"/>
              <a:gd name="connsiteY0" fmla="*/ 0 h 913740"/>
              <a:gd name="connsiteX1" fmla="*/ 595085 w 595085"/>
              <a:gd name="connsiteY1" fmla="*/ 456870 h 913740"/>
              <a:gd name="connsiteX2" fmla="*/ 138215 w 595085"/>
              <a:gd name="connsiteY2" fmla="*/ 913740 h 913740"/>
              <a:gd name="connsiteX3" fmla="*/ 46140 w 595085"/>
              <a:gd name="connsiteY3" fmla="*/ 904458 h 913740"/>
              <a:gd name="connsiteX4" fmla="*/ 0 w 595085"/>
              <a:gd name="connsiteY4" fmla="*/ 890136 h 913740"/>
              <a:gd name="connsiteX5" fmla="*/ 0 w 595085"/>
              <a:gd name="connsiteY5" fmla="*/ 23605 h 913740"/>
              <a:gd name="connsiteX6" fmla="*/ 46140 w 595085"/>
              <a:gd name="connsiteY6" fmla="*/ 9282 h 913740"/>
              <a:gd name="connsiteX7" fmla="*/ 138215 w 595085"/>
              <a:gd name="connsiteY7" fmla="*/ 0 h 91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085" h="913740">
                <a:moveTo>
                  <a:pt x="138215" y="0"/>
                </a:moveTo>
                <a:cubicBezTo>
                  <a:pt x="390537" y="0"/>
                  <a:pt x="595085" y="204548"/>
                  <a:pt x="595085" y="456870"/>
                </a:cubicBezTo>
                <a:cubicBezTo>
                  <a:pt x="595085" y="709192"/>
                  <a:pt x="390537" y="913740"/>
                  <a:pt x="138215" y="913740"/>
                </a:cubicBezTo>
                <a:cubicBezTo>
                  <a:pt x="106675" y="913740"/>
                  <a:pt x="75881" y="910544"/>
                  <a:pt x="46140" y="904458"/>
                </a:cubicBezTo>
                <a:lnTo>
                  <a:pt x="0" y="890136"/>
                </a:lnTo>
                <a:lnTo>
                  <a:pt x="0" y="23605"/>
                </a:lnTo>
                <a:lnTo>
                  <a:pt x="46140" y="9282"/>
                </a:lnTo>
                <a:cubicBezTo>
                  <a:pt x="75881" y="3196"/>
                  <a:pt x="106675" y="0"/>
                  <a:pt x="138215" y="0"/>
                </a:cubicBezTo>
                <a:close/>
              </a:path>
            </a:pathLst>
          </a:custGeom>
          <a:gradFill flip="none" rotWithShape="1">
            <a:gsLst>
              <a:gs pos="0">
                <a:schemeClr val="accent1"/>
              </a:gs>
              <a:gs pos="46000">
                <a:schemeClr val="accent2"/>
              </a:gs>
              <a:gs pos="100000">
                <a:schemeClr val="accent6"/>
              </a:gs>
            </a:gsLst>
            <a:path path="circle">
              <a:fillToRect r="100000" b="100000"/>
            </a:path>
            <a:tileRect l="-100000" t="-100000"/>
          </a:gradFill>
          <a:ln>
            <a:noFill/>
            <a:prstDash val="solid"/>
          </a:ln>
          <a:effectLst>
            <a:outerShdw blurRad="203200" dist="101600" dir="8100000" algn="tr" rotWithShape="0">
              <a:srgbClr val="3E3FC2">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9" name="署名"/>
          <p:cNvSpPr txBox="1">
            <a:spLocks noGrp="1"/>
          </p:cNvSpPr>
          <p:nvPr>
            <p:ph type="body" idx="3" hasCustomPrompt="1"/>
            <p:custDataLst>
              <p:tags r:id="rId10"/>
            </p:custDataLst>
          </p:nvPr>
        </p:nvSpPr>
        <p:spPr>
          <a:xfrm>
            <a:off x="939165" y="4658360"/>
            <a:ext cx="5178425" cy="432435"/>
          </a:xfrm>
          <a:prstGeom prst="rect">
            <a:avLst/>
          </a:prstGeom>
          <a:noFill/>
        </p:spPr>
        <p:txBody>
          <a:bodyPr wrap="square" lIns="0" tIns="0" rIns="0" bIns="0" rtlCol="0" anchor="ctr">
            <a:normAutofit/>
          </a:bodyPr>
          <a:lstStyle>
            <a:defPPr>
              <a:defRPr lang="en-US">
                <a:latin typeface="+mn-lt"/>
              </a:defRPr>
            </a:defPPr>
            <a:lvl1pPr marL="0" marR="0" lvl="0" algn="l" defTabSz="914400" rtl="0" eaLnBrk="1" fontAlgn="auto" latinLnBrk="0" hangingPunct="1">
              <a:lnSpc>
                <a:spcPct val="100000"/>
              </a:lnSpc>
              <a:buClrTx/>
              <a:buSzTx/>
              <a:buFontTx/>
              <a:buNone/>
              <a:defRPr kumimoji="0" lang="en-US" sz="1600" b="0" i="0" u="none" strike="noStrike" kern="1200" cap="none" spc="0" normalizeH="0" baseline="0" noProof="1" dirty="0">
                <a:gradFill>
                  <a:gsLst>
                    <a:gs pos="0">
                      <a:schemeClr val="accent1"/>
                    </a:gs>
                    <a:gs pos="100000">
                      <a:schemeClr val="accent2"/>
                    </a:gs>
                  </a:gsLst>
                  <a:lin ang="0" scaled="0"/>
                </a:gradFill>
                <a:latin typeface="+mn-lt"/>
                <a:sym typeface="+mn-ea"/>
              </a:defRPr>
            </a:lvl1pPr>
          </a:lstStyle>
          <a:p>
            <a:pPr lvl="0"/>
            <a:r>
              <a:rPr>
                <a:latin typeface="+mn-lt"/>
                <a:sym typeface="+mn-ea"/>
              </a:rPr>
              <a:t>Click to add text</a:t>
            </a:r>
            <a:endParaRPr>
              <a:sym typeface="+mn-ea"/>
            </a:endParaRPr>
          </a:p>
        </p:txBody>
      </p:sp>
      <p:sp>
        <p:nvSpPr>
          <p:cNvPr id="8" name="标题"/>
          <p:cNvSpPr txBox="1">
            <a:spLocks noGrp="1"/>
          </p:cNvSpPr>
          <p:nvPr>
            <p:ph type="title" idx="2" hasCustomPrompt="1"/>
            <p:custDataLst>
              <p:tags r:id="rId11"/>
            </p:custDataLst>
          </p:nvPr>
        </p:nvSpPr>
        <p:spPr>
          <a:xfrm>
            <a:off x="939800" y="1496060"/>
            <a:ext cx="5575300" cy="3098800"/>
          </a:xfrm>
          <a:prstGeom prst="rect">
            <a:avLst/>
          </a:prstGeom>
          <a:noFill/>
        </p:spPr>
        <p:txBody>
          <a:bodyPr vert="horz" wrap="square" lIns="0" tIns="0" rIns="0" bIns="0" rtlCol="0" anchor="t" anchorCtr="0">
            <a:normAutofit/>
          </a:bodyPr>
          <a:lstStyle>
            <a:lvl1pPr marL="0" marR="0" lvl="0" algn="l" defTabSz="914400" rtl="0" eaLnBrk="1" fontAlgn="auto" latinLnBrk="0" hangingPunct="1">
              <a:lnSpc>
                <a:spcPct val="100000"/>
              </a:lnSpc>
              <a:buClrTx/>
              <a:buSzTx/>
              <a:buFontTx/>
              <a:buNone/>
              <a:defRPr kumimoji="0" lang="en-US" sz="4400" b="1" i="0" u="none" strike="noStrike" kern="1200" cap="none" spc="0" normalizeH="0" baseline="0" noProof="1" dirty="0">
                <a:solidFill>
                  <a:schemeClr val="tx1">
                    <a:lumMod val="85000"/>
                    <a:lumOff val="15000"/>
                  </a:schemeClr>
                </a:solidFill>
                <a:latin typeface="+mj-lt"/>
                <a:sym typeface="+mn-ea"/>
              </a:defRPr>
            </a:lvl1pPr>
          </a:lstStyle>
          <a:p>
            <a:pPr lvl="0" algn="l">
              <a:lnSpc>
                <a:spcPct val="100000"/>
              </a:lnSpc>
              <a:buClrTx/>
              <a:buSzTx/>
              <a:buFontTx/>
            </a:pPr>
            <a:r>
              <a:rPr dirty="0">
                <a:latin typeface="+mj-lt"/>
                <a:sym typeface="+mn-ea"/>
              </a:rPr>
              <a:t>Click to add title</a:t>
            </a:r>
            <a:endParaRPr dirty="0">
              <a:latin typeface="+mj-lt"/>
              <a:sym typeface="+mn-ea"/>
            </a:endParaRPr>
          </a:p>
        </p:txBody>
      </p:sp>
      <p:sp>
        <p:nvSpPr>
          <p:cNvPr id="7" name="副标题"/>
          <p:cNvSpPr txBox="1">
            <a:spLocks noGrp="1"/>
          </p:cNvSpPr>
          <p:nvPr>
            <p:ph type="body" idx="1" hasCustomPrompt="1"/>
            <p:custDataLst>
              <p:tags r:id="rId12"/>
            </p:custDataLst>
          </p:nvPr>
        </p:nvSpPr>
        <p:spPr>
          <a:xfrm>
            <a:off x="939165" y="512445"/>
            <a:ext cx="5575935" cy="906145"/>
          </a:xfrm>
          <a:prstGeom prst="rect">
            <a:avLst/>
          </a:prstGeom>
          <a:noFill/>
        </p:spPr>
        <p:txBody>
          <a:bodyPr wrap="square" lIns="0" tIns="0" rIns="0" bIns="0" rtlCol="0" anchor="b" anchorCtr="0">
            <a:normAutofit/>
          </a:bodyPr>
          <a:lstStyle>
            <a:lvl1pPr marL="0" marR="0" lvl="0" algn="l" defTabSz="914400" rtl="0" eaLnBrk="1" fontAlgn="auto" latinLnBrk="0" hangingPunct="1">
              <a:lnSpc>
                <a:spcPct val="100000"/>
              </a:lnSpc>
              <a:buClrTx/>
              <a:buSzTx/>
              <a:buFontTx/>
              <a:buNone/>
              <a:defRPr kumimoji="0" lang="en-US" sz="3200" b="1" i="0" u="none" strike="noStrike" kern="1200" cap="none" spc="0" normalizeH="0" baseline="0" noProof="1" dirty="0">
                <a:gradFill flip="none" rotWithShape="1">
                  <a:gsLst>
                    <a:gs pos="0">
                      <a:schemeClr val="accent1"/>
                    </a:gs>
                    <a:gs pos="100000">
                      <a:schemeClr val="accent2"/>
                    </a:gs>
                  </a:gsLst>
                  <a:lin ang="0" scaled="0"/>
                  <a:tileRect/>
                </a:gradFill>
                <a:latin typeface="+mj-lt"/>
                <a:sym typeface="+mn-ea"/>
              </a:defRPr>
            </a:lvl1pPr>
          </a:lstStyle>
          <a:p>
            <a:pPr lvl="0" algn="l">
              <a:lnSpc>
                <a:spcPct val="100000"/>
              </a:lnSpc>
              <a:buClrTx/>
              <a:buSzTx/>
              <a:buFontTx/>
            </a:pPr>
            <a:r>
              <a:rPr dirty="0">
                <a:latin typeface="+mj-lt"/>
                <a:sym typeface="+mn-ea"/>
              </a:rPr>
              <a:t>Click to add text</a:t>
            </a:r>
            <a:endParaRPr dirty="0">
              <a:sym typeface="+mn-ea"/>
            </a:endParaRPr>
          </a:p>
        </p:txBody>
      </p:sp>
      <p:sp>
        <p:nvSpPr>
          <p:cNvPr id="4" name="日期占位符 3"/>
          <p:cNvSpPr>
            <a:spLocks noGrp="1"/>
          </p:cNvSpPr>
          <p:nvPr>
            <p:ph type="dt" sz="half" idx="10"/>
            <p:custDataLst>
              <p:tags r:id="rId13"/>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4"/>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5"/>
            </p:custDataLst>
          </p:nvPr>
        </p:nvSpPr>
        <p:spPr>
          <a:xfrm>
            <a:off x="8610600" y="6356350"/>
            <a:ext cx="2743200" cy="365125"/>
          </a:xfrm>
        </p:spPr>
        <p:txBody>
          <a:bodyPr/>
          <a:lstStyle/>
          <a:p>
            <a:fld id="{73127340-2293-49D2-96F1-6E7BF0C8FD9C}" type="slidenum">
              <a:rPr lang="en-US" smtClean="0"/>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showMasterSp="0">
  <p:cSld name="Title and Content">
    <p:spTree>
      <p:nvGrpSpPr>
        <p:cNvPr id="1" name=""/>
        <p:cNvGrpSpPr/>
        <p:nvPr/>
      </p:nvGrpSpPr>
      <p:grpSpPr>
        <a:xfrm>
          <a:off x="0" y="0"/>
          <a:ext cx="0" cy="0"/>
          <a:chOff x="0" y="0"/>
          <a:chExt cx="0" cy="0"/>
        </a:xfrm>
      </p:grpSpPr>
      <p:sp>
        <p:nvSpPr>
          <p:cNvPr id="9" name="任意多边形: 形状 2"/>
          <p:cNvSpPr/>
          <p:nvPr>
            <p:custDataLst>
              <p:tags r:id="rId2"/>
            </p:custDataLst>
          </p:nvPr>
        </p:nvSpPr>
        <p:spPr>
          <a:xfrm>
            <a:off x="10841990" y="5400675"/>
            <a:ext cx="1350010" cy="1457325"/>
          </a:xfrm>
          <a:custGeom>
            <a:avLst/>
            <a:gdLst>
              <a:gd name="connsiteX0" fmla="*/ 1655408 w 2097843"/>
              <a:gd name="connsiteY0" fmla="*/ 0 h 2264232"/>
              <a:gd name="connsiteX1" fmla="*/ 1989031 w 2097843"/>
              <a:gd name="connsiteY1" fmla="*/ 33632 h 2264232"/>
              <a:gd name="connsiteX2" fmla="*/ 2097843 w 2097843"/>
              <a:gd name="connsiteY2" fmla="*/ 61611 h 2264232"/>
              <a:gd name="connsiteX3" fmla="*/ 2097843 w 2097843"/>
              <a:gd name="connsiteY3" fmla="*/ 2264232 h 2264232"/>
              <a:gd name="connsiteX4" fmla="*/ 117084 w 2097843"/>
              <a:gd name="connsiteY4" fmla="*/ 2264232 h 2264232"/>
              <a:gd name="connsiteX5" fmla="*/ 74424 w 2097843"/>
              <a:gd name="connsiteY5" fmla="*/ 2147676 h 2264232"/>
              <a:gd name="connsiteX6" fmla="*/ 0 w 2097843"/>
              <a:gd name="connsiteY6" fmla="*/ 1655408 h 2264232"/>
              <a:gd name="connsiteX7" fmla="*/ 1655408 w 2097843"/>
              <a:gd name="connsiteY7" fmla="*/ 0 h 22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7843" h="2264232">
                <a:moveTo>
                  <a:pt x="1655408" y="0"/>
                </a:moveTo>
                <a:cubicBezTo>
                  <a:pt x="1769690" y="0"/>
                  <a:pt x="1881268" y="11581"/>
                  <a:pt x="1989031" y="33632"/>
                </a:cubicBezTo>
                <a:lnTo>
                  <a:pt x="2097843" y="61611"/>
                </a:lnTo>
                <a:lnTo>
                  <a:pt x="2097843" y="2264232"/>
                </a:lnTo>
                <a:lnTo>
                  <a:pt x="117084" y="2264232"/>
                </a:lnTo>
                <a:lnTo>
                  <a:pt x="74424" y="2147676"/>
                </a:lnTo>
                <a:cubicBezTo>
                  <a:pt x="26056" y="1992169"/>
                  <a:pt x="0" y="1826831"/>
                  <a:pt x="0" y="1655408"/>
                </a:cubicBezTo>
                <a:cubicBezTo>
                  <a:pt x="0" y="741151"/>
                  <a:pt x="741151" y="0"/>
                  <a:pt x="1655408" y="0"/>
                </a:cubicBezTo>
                <a:close/>
              </a:path>
            </a:pathLst>
          </a:custGeom>
          <a:gradFill flip="none" rotWithShape="1">
            <a:gsLst>
              <a:gs pos="0">
                <a:schemeClr val="accent1"/>
              </a:gs>
              <a:gs pos="46000">
                <a:schemeClr val="accent2"/>
              </a:gs>
              <a:gs pos="100000">
                <a:schemeClr val="accent6"/>
              </a:gs>
            </a:gsLst>
            <a:path path="circle">
              <a:fillToRect l="100000" t="100000"/>
            </a:path>
            <a:tileRect r="-100000" b="-100000"/>
          </a:gra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任意多边形: 形状 16"/>
          <p:cNvSpPr/>
          <p:nvPr>
            <p:custDataLst>
              <p:tags r:id="rId3"/>
            </p:custDataLst>
          </p:nvPr>
        </p:nvSpPr>
        <p:spPr>
          <a:xfrm>
            <a:off x="0" y="0"/>
            <a:ext cx="2202180" cy="1774825"/>
          </a:xfrm>
          <a:custGeom>
            <a:avLst/>
            <a:gdLst>
              <a:gd name="connsiteX0" fmla="*/ 0 w 2593145"/>
              <a:gd name="connsiteY0" fmla="*/ 0 h 2089574"/>
              <a:gd name="connsiteX1" fmla="*/ 2585357 w 2593145"/>
              <a:gd name="connsiteY1" fmla="*/ 0 h 2089574"/>
              <a:gd name="connsiteX2" fmla="*/ 2593145 w 2593145"/>
              <a:gd name="connsiteY2" fmla="*/ 154244 h 2089574"/>
              <a:gd name="connsiteX3" fmla="*/ 657815 w 2593145"/>
              <a:gd name="connsiteY3" fmla="*/ 2089574 h 2089574"/>
              <a:gd name="connsiteX4" fmla="*/ 82307 w 2593145"/>
              <a:gd name="connsiteY4" fmla="*/ 2002566 h 2089574"/>
              <a:gd name="connsiteX5" fmla="*/ 0 w 2593145"/>
              <a:gd name="connsiteY5" fmla="*/ 1972441 h 208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3145" h="2089574">
                <a:moveTo>
                  <a:pt x="0" y="0"/>
                </a:moveTo>
                <a:lnTo>
                  <a:pt x="2585357" y="0"/>
                </a:lnTo>
                <a:lnTo>
                  <a:pt x="2593145" y="154244"/>
                </a:lnTo>
                <a:cubicBezTo>
                  <a:pt x="2593145" y="1223097"/>
                  <a:pt x="1726668" y="2089574"/>
                  <a:pt x="657815" y="2089574"/>
                </a:cubicBezTo>
                <a:cubicBezTo>
                  <a:pt x="457405" y="2089574"/>
                  <a:pt x="264110" y="2059112"/>
                  <a:pt x="82307" y="2002566"/>
                </a:cubicBezTo>
                <a:lnTo>
                  <a:pt x="0" y="1972441"/>
                </a:lnTo>
                <a:close/>
              </a:path>
            </a:pathLst>
          </a:custGeom>
          <a:solidFill>
            <a:schemeClr val="bg1"/>
          </a:soli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8" name="标题"/>
          <p:cNvSpPr txBox="1">
            <a:spLocks noGrp="1"/>
          </p:cNvSpPr>
          <p:nvPr>
            <p:ph type="title" idx="2" hasCustomPrompt="1"/>
            <p:custDataLst>
              <p:tags r:id="rId4"/>
            </p:custDataLst>
          </p:nvPr>
        </p:nvSpPr>
        <p:spPr>
          <a:xfrm>
            <a:off x="607695" y="608330"/>
            <a:ext cx="10969625" cy="671195"/>
          </a:xfrm>
          <a:prstGeom prst="rect">
            <a:avLst/>
          </a:prstGeom>
          <a:noFill/>
        </p:spPr>
        <p:txBody>
          <a:bodyPr vert="horz" wrap="square" lIns="71755" tIns="0" rIns="0" bIns="0" rtlCol="0" anchor="b" anchorCtr="0">
            <a:normAutofit/>
          </a:bodyPr>
          <a:lstStyle>
            <a:lvl1pPr marL="0" marR="0" lvl="0" algn="l" defTabSz="914400" rtl="0" eaLnBrk="1" fontAlgn="auto" latinLnBrk="0" hangingPunct="1">
              <a:lnSpc>
                <a:spcPct val="100000"/>
              </a:lnSpc>
              <a:buClrTx/>
              <a:buSzTx/>
              <a:buFontTx/>
              <a:buNone/>
              <a:defRPr kumimoji="0" lang="en-US" sz="3600" b="1" i="0" u="none" strike="noStrike" kern="1200" cap="none" spc="0" normalizeH="0" baseline="0" noProof="1" dirty="0">
                <a:solidFill>
                  <a:schemeClr val="tx1">
                    <a:lumMod val="75000"/>
                    <a:lumOff val="25000"/>
                  </a:schemeClr>
                </a:solidFill>
                <a:uFillTx/>
                <a:latin typeface="+mj-lt"/>
                <a:sym typeface="+mn-ea"/>
              </a:defRPr>
            </a:lvl1pPr>
          </a:lstStyle>
          <a:p>
            <a:pPr lvl="0" algn="l">
              <a:buClrTx/>
              <a:buSzTx/>
              <a:buFontTx/>
            </a:pPr>
            <a:r>
              <a:rPr dirty="0">
                <a:latin typeface="+mj-lt"/>
                <a:sym typeface="+mn-ea"/>
              </a:rPr>
              <a:t>Click to add title</a:t>
            </a:r>
            <a:endParaRPr dirty="0">
              <a:sym typeface="+mn-ea"/>
            </a:endParaRPr>
          </a:p>
        </p:txBody>
      </p:sp>
      <p:sp>
        <p:nvSpPr>
          <p:cNvPr id="7" name="正文"/>
          <p:cNvSpPr txBox="1">
            <a:spLocks noGrp="1"/>
          </p:cNvSpPr>
          <p:nvPr>
            <p:ph idx="1" hasCustomPrompt="1"/>
            <p:custDataLst>
              <p:tags r:id="rId5"/>
            </p:custDataLst>
          </p:nvPr>
        </p:nvSpPr>
        <p:spPr>
          <a:xfrm>
            <a:off x="608400" y="1490400"/>
            <a:ext cx="10969200" cy="47592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1200"/>
              </a:spcBef>
              <a:spcAft>
                <a:spcPts val="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spcBef>
                <a:spcPts val="1200"/>
              </a:spcBef>
              <a:spcAft>
                <a:spcPts val="0"/>
              </a:spcAft>
            </a:pPr>
            <a:r>
              <a:rPr dirty="0">
                <a:latin typeface="+mn-lt"/>
                <a:sym typeface="+mn-ea"/>
              </a:rPr>
              <a:t>Click to add text</a:t>
            </a:r>
            <a:endParaRPr dirty="0">
              <a:sym typeface="+mn-ea"/>
            </a:endParaRPr>
          </a:p>
        </p:txBody>
      </p:sp>
      <p:sp>
        <p:nvSpPr>
          <p:cNvPr id="4" name="日期占位符 3"/>
          <p:cNvSpPr>
            <a:spLocks noGrp="1"/>
          </p:cNvSpPr>
          <p:nvPr>
            <p:ph type="dt" sz="half" idx="10"/>
            <p:custDataLst>
              <p:tags r:id="rId6"/>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7"/>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8"/>
            </p:custDataLst>
          </p:nvPr>
        </p:nvSpPr>
        <p:spPr>
          <a:xfrm>
            <a:off x="8610600" y="6356350"/>
            <a:ext cx="2743200" cy="365125"/>
          </a:xfrm>
        </p:spPr>
        <p:txBody>
          <a:bodyPr/>
          <a:lstStyle/>
          <a:p>
            <a:fld id="{73127340-2293-49D2-96F1-6E7BF0C8FD9C}"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sp>
        <p:nvSpPr>
          <p:cNvPr id="25" name="任意多边形: 形状 24"/>
          <p:cNvSpPr/>
          <p:nvPr>
            <p:custDataLst>
              <p:tags r:id="rId2"/>
            </p:custDataLst>
          </p:nvPr>
        </p:nvSpPr>
        <p:spPr>
          <a:xfrm>
            <a:off x="0" y="0"/>
            <a:ext cx="3695700" cy="3929380"/>
          </a:xfrm>
          <a:custGeom>
            <a:avLst/>
            <a:gdLst>
              <a:gd name="connsiteX0" fmla="*/ 0 w 3934691"/>
              <a:gd name="connsiteY0" fmla="*/ 0 h 4181836"/>
              <a:gd name="connsiteX1" fmla="*/ 3640849 w 3934691"/>
              <a:gd name="connsiteY1" fmla="*/ 0 h 4181836"/>
              <a:gd name="connsiteX2" fmla="*/ 3705761 w 3934691"/>
              <a:gd name="connsiteY2" fmla="*/ 134750 h 4181836"/>
              <a:gd name="connsiteX3" fmla="*/ 3934691 w 3934691"/>
              <a:gd name="connsiteY3" fmla="*/ 1268681 h 4181836"/>
              <a:gd name="connsiteX4" fmla="*/ 1021536 w 3934691"/>
              <a:gd name="connsiteY4" fmla="*/ 4181836 h 4181836"/>
              <a:gd name="connsiteX5" fmla="*/ 155253 w 3934691"/>
              <a:gd name="connsiteY5" fmla="*/ 4050866 h 4181836"/>
              <a:gd name="connsiteX6" fmla="*/ 0 w 3934691"/>
              <a:gd name="connsiteY6" fmla="*/ 3994043 h 4181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34691" h="4181836">
                <a:moveTo>
                  <a:pt x="0" y="0"/>
                </a:moveTo>
                <a:lnTo>
                  <a:pt x="3640849" y="0"/>
                </a:lnTo>
                <a:lnTo>
                  <a:pt x="3705761" y="134750"/>
                </a:lnTo>
                <a:cubicBezTo>
                  <a:pt x="3853175" y="483275"/>
                  <a:pt x="3934691" y="866458"/>
                  <a:pt x="3934691" y="1268681"/>
                </a:cubicBezTo>
                <a:cubicBezTo>
                  <a:pt x="3934691" y="2877572"/>
                  <a:pt x="2630427" y="4181836"/>
                  <a:pt x="1021536" y="4181836"/>
                </a:cubicBezTo>
                <a:cubicBezTo>
                  <a:pt x="719869" y="4181836"/>
                  <a:pt x="428912" y="4135983"/>
                  <a:pt x="155253" y="4050866"/>
                </a:cubicBezTo>
                <a:lnTo>
                  <a:pt x="0" y="3994043"/>
                </a:lnTo>
                <a:close/>
              </a:path>
            </a:pathLst>
          </a:custGeom>
          <a:gradFill flip="none" rotWithShape="1">
            <a:gsLst>
              <a:gs pos="0">
                <a:schemeClr val="accent3"/>
              </a:gs>
              <a:gs pos="46000">
                <a:schemeClr val="accent2"/>
              </a:gs>
              <a:gs pos="100000">
                <a:schemeClr val="accent6"/>
              </a:gs>
            </a:gsLst>
            <a:path path="circle">
              <a:fillToRect r="100000" b="100000"/>
            </a:path>
            <a:tileRect l="-100000" t="-100000"/>
          </a:gradFill>
          <a:ln>
            <a:noFill/>
            <a:prstDash val="solid"/>
          </a:ln>
          <a:effectLst>
            <a:outerShdw blurRad="203200" dist="101600" dir="8100000" algn="tr" rotWithShape="0">
              <a:srgbClr val="3E3FC2">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9" name="矩形 8"/>
          <p:cNvSpPr/>
          <p:nvPr>
            <p:custDataLst>
              <p:tags r:id="rId3"/>
            </p:custDataLst>
          </p:nvPr>
        </p:nvSpPr>
        <p:spPr>
          <a:xfrm>
            <a:off x="655900" y="1920503"/>
            <a:ext cx="10880201" cy="4519029"/>
          </a:xfrm>
          <a:prstGeom prst="rect">
            <a:avLst/>
          </a:prstGeom>
          <a:solidFill>
            <a:schemeClr val="bg1">
              <a:alpha val="83000"/>
            </a:schemeClr>
          </a:solidFill>
          <a:ln w="19050">
            <a:solidFill>
              <a:schemeClr val="bg1"/>
            </a:solidFill>
            <a:prstDash val="solid"/>
          </a:ln>
          <a:effectLst>
            <a:outerShdw blurRad="863600" dist="304800" dir="8100000" algn="tr" rotWithShape="0">
              <a:srgbClr val="0048E5">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cxnSp>
        <p:nvCxnSpPr>
          <p:cNvPr id="8" name="直接连接符 7"/>
          <p:cNvCxnSpPr/>
          <p:nvPr>
            <p:custDataLst>
              <p:tags r:id="rId4"/>
            </p:custDataLst>
          </p:nvPr>
        </p:nvCxnSpPr>
        <p:spPr>
          <a:xfrm>
            <a:off x="11002010" y="1638622"/>
            <a:ext cx="380365"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标题"/>
          <p:cNvSpPr txBox="1">
            <a:spLocks noGrp="1"/>
          </p:cNvSpPr>
          <p:nvPr>
            <p:ph type="title" idx="1" hasCustomPrompt="1"/>
            <p:custDataLst>
              <p:tags r:id="rId5"/>
            </p:custDataLst>
          </p:nvPr>
        </p:nvSpPr>
        <p:spPr>
          <a:xfrm>
            <a:off x="5337810" y="447040"/>
            <a:ext cx="6015990" cy="1191895"/>
          </a:xfrm>
          <a:prstGeom prst="rect">
            <a:avLst/>
          </a:prstGeom>
          <a:noFill/>
        </p:spPr>
        <p:txBody>
          <a:bodyPr vert="horz" wrap="square" lIns="0" tIns="0" rIns="0" bIns="0" rtlCol="0" anchor="b" anchorCtr="0">
            <a:normAutofit/>
          </a:bodyPr>
          <a:lstStyle>
            <a:lvl1pPr marL="0" marR="0" lvl="0" algn="r" defTabSz="914400" rtl="0" eaLnBrk="1" fontAlgn="auto" latinLnBrk="0" hangingPunct="1">
              <a:lnSpc>
                <a:spcPct val="100000"/>
              </a:lnSpc>
              <a:buClrTx/>
              <a:buSzTx/>
              <a:buFontTx/>
              <a:buNone/>
              <a:defRPr kumimoji="0" lang="en-US" sz="5400" b="1" i="0" u="none" strike="noStrike" kern="1200" cap="none" spc="0" normalizeH="0" baseline="0" noProof="1" dirty="0">
                <a:solidFill>
                  <a:schemeClr val="tx1">
                    <a:lumMod val="85000"/>
                    <a:lumOff val="15000"/>
                  </a:schemeClr>
                </a:solidFill>
                <a:latin typeface="+mj-lt"/>
                <a:sym typeface="+mn-ea"/>
              </a:defRPr>
            </a:lvl1pPr>
          </a:lstStyle>
          <a:p>
            <a:pPr lvl="0" algn="r">
              <a:buClrTx/>
              <a:buSzTx/>
              <a:buFontTx/>
            </a:pPr>
            <a:r>
              <a:rPr dirty="0">
                <a:latin typeface="+mj-lt"/>
                <a:sym typeface="+mn-ea"/>
              </a:rPr>
              <a:t>Click to add title</a:t>
            </a:r>
            <a:endParaRPr dirty="0">
              <a:sym typeface="+mn-ea"/>
            </a:endParaRPr>
          </a:p>
        </p:txBody>
      </p:sp>
      <p:sp>
        <p:nvSpPr>
          <p:cNvPr id="3" name="日期占位符 2"/>
          <p:cNvSpPr>
            <a:spLocks noGrp="1"/>
          </p:cNvSpPr>
          <p:nvPr>
            <p:ph type="dt" sz="half" idx="10"/>
            <p:custDataLst>
              <p:tags r:id="rId6"/>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8"/>
            </p:custDataLst>
          </p:nvPr>
        </p:nvSpPr>
        <p:spPr>
          <a:xfrm>
            <a:off x="8610600" y="6356350"/>
            <a:ext cx="2743200" cy="365125"/>
          </a:xfrm>
        </p:spPr>
        <p:txBody>
          <a:bodyPr/>
          <a:lstStyle/>
          <a:p>
            <a:fld id="{E077DA78-E013-4A8C-AD75-63A150561B10}" type="slidenum">
              <a:rPr lang="en-US" smtClean="0"/>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pic>
        <p:nvPicPr>
          <p:cNvPr id="18" name="图片 17"/>
          <p:cNvPicPr>
            <a:picLocks noChangeAspect="1"/>
          </p:cNvPicPr>
          <p:nvPr>
            <p:custDataLst>
              <p:tags r:id="rId2"/>
            </p:custDataLst>
          </p:nvPr>
        </p:nvPicPr>
        <p:blipFill>
          <a:blip r:embed="rId3"/>
          <a:srcRect t="46292" r="40370"/>
          <a:stretch>
            <a:fillRect/>
          </a:stretch>
        </p:blipFill>
        <p:spPr>
          <a:xfrm rot="10800000">
            <a:off x="0" y="676129"/>
            <a:ext cx="6863531" cy="6181870"/>
          </a:xfrm>
          <a:custGeom>
            <a:avLst/>
            <a:gdLst>
              <a:gd name="connsiteX0" fmla="*/ 6863531 w 6863531"/>
              <a:gd name="connsiteY0" fmla="*/ 6181870 h 6181870"/>
              <a:gd name="connsiteX1" fmla="*/ 0 w 6863531"/>
              <a:gd name="connsiteY1" fmla="*/ 6181870 h 6181870"/>
              <a:gd name="connsiteX2" fmla="*/ 0 w 6863531"/>
              <a:gd name="connsiteY2" fmla="*/ 0 h 6181870"/>
              <a:gd name="connsiteX3" fmla="*/ 6863531 w 6863531"/>
              <a:gd name="connsiteY3" fmla="*/ 0 h 6181870"/>
            </a:gdLst>
            <a:ahLst/>
            <a:cxnLst>
              <a:cxn ang="0">
                <a:pos x="connsiteX0" y="connsiteY0"/>
              </a:cxn>
              <a:cxn ang="0">
                <a:pos x="connsiteX1" y="connsiteY1"/>
              </a:cxn>
              <a:cxn ang="0">
                <a:pos x="connsiteX2" y="connsiteY2"/>
              </a:cxn>
              <a:cxn ang="0">
                <a:pos x="connsiteX3" y="connsiteY3"/>
              </a:cxn>
            </a:cxnLst>
            <a:rect l="l" t="t" r="r" b="b"/>
            <a:pathLst>
              <a:path w="6863531" h="6181870">
                <a:moveTo>
                  <a:pt x="6863531" y="6181870"/>
                </a:moveTo>
                <a:lnTo>
                  <a:pt x="0" y="6181870"/>
                </a:lnTo>
                <a:lnTo>
                  <a:pt x="0" y="0"/>
                </a:lnTo>
                <a:lnTo>
                  <a:pt x="6863531" y="0"/>
                </a:lnTo>
                <a:close/>
              </a:path>
            </a:pathLst>
          </a:custGeom>
        </p:spPr>
      </p:pic>
      <p:pic>
        <p:nvPicPr>
          <p:cNvPr id="10" name="图片对象" descr="徽标&#10;&#10;描述已自动生成"/>
          <p:cNvPicPr>
            <a:picLocks noChangeAspect="1"/>
          </p:cNvPicPr>
          <p:nvPr>
            <p:custDataLst>
              <p:tags r:id="rId4"/>
            </p:custDataLst>
          </p:nvPr>
        </p:nvPicPr>
        <p:blipFill rotWithShape="1">
          <a:blip r:embed="rId5" cstate="print">
            <a:extLst>
              <a:ext uri="{28A0092B-C50C-407E-A947-70E740481C1C}">
                <a14:useLocalDpi xmlns:a14="http://schemas.microsoft.com/office/drawing/2010/main" val="0"/>
              </a:ext>
            </a:extLst>
          </a:blip>
          <a:srcRect l="11842" b="6562"/>
          <a:stretch>
            <a:fillRect/>
          </a:stretch>
        </p:blipFill>
        <p:spPr>
          <a:xfrm>
            <a:off x="163830" y="906145"/>
            <a:ext cx="5615305" cy="5951855"/>
          </a:xfrm>
          <a:custGeom>
            <a:avLst/>
            <a:gdLst>
              <a:gd name="connsiteX0" fmla="*/ 0 w 5615492"/>
              <a:gd name="connsiteY0" fmla="*/ 0 h 5705989"/>
              <a:gd name="connsiteX1" fmla="*/ 5615492 w 5615492"/>
              <a:gd name="connsiteY1" fmla="*/ 0 h 5705989"/>
              <a:gd name="connsiteX2" fmla="*/ 5615492 w 5615492"/>
              <a:gd name="connsiteY2" fmla="*/ 5705989 h 5705989"/>
              <a:gd name="connsiteX3" fmla="*/ 0 w 5615492"/>
              <a:gd name="connsiteY3" fmla="*/ 5705989 h 5705989"/>
            </a:gdLst>
            <a:ahLst/>
            <a:cxnLst>
              <a:cxn ang="0">
                <a:pos x="connsiteX0" y="connsiteY0"/>
              </a:cxn>
              <a:cxn ang="0">
                <a:pos x="connsiteX1" y="connsiteY1"/>
              </a:cxn>
              <a:cxn ang="0">
                <a:pos x="connsiteX2" y="connsiteY2"/>
              </a:cxn>
              <a:cxn ang="0">
                <a:pos x="connsiteX3" y="connsiteY3"/>
              </a:cxn>
            </a:cxnLst>
            <a:rect l="l" t="t" r="r" b="b"/>
            <a:pathLst>
              <a:path w="5615492" h="5705989">
                <a:moveTo>
                  <a:pt x="0" y="0"/>
                </a:moveTo>
                <a:lnTo>
                  <a:pt x="5615492" y="0"/>
                </a:lnTo>
                <a:lnTo>
                  <a:pt x="5615492" y="5705989"/>
                </a:lnTo>
                <a:lnTo>
                  <a:pt x="0" y="5705989"/>
                </a:lnTo>
                <a:close/>
              </a:path>
            </a:pathLst>
          </a:custGeom>
        </p:spPr>
      </p:pic>
      <p:sp>
        <p:nvSpPr>
          <p:cNvPr id="21" name="任意多边形: 形状 22"/>
          <p:cNvSpPr/>
          <p:nvPr>
            <p:custDataLst>
              <p:tags r:id="rId6"/>
            </p:custDataLst>
          </p:nvPr>
        </p:nvSpPr>
        <p:spPr>
          <a:xfrm>
            <a:off x="1" y="1952872"/>
            <a:ext cx="595085" cy="913740"/>
          </a:xfrm>
          <a:custGeom>
            <a:avLst/>
            <a:gdLst>
              <a:gd name="connsiteX0" fmla="*/ 138215 w 595085"/>
              <a:gd name="connsiteY0" fmla="*/ 0 h 913740"/>
              <a:gd name="connsiteX1" fmla="*/ 595085 w 595085"/>
              <a:gd name="connsiteY1" fmla="*/ 456870 h 913740"/>
              <a:gd name="connsiteX2" fmla="*/ 138215 w 595085"/>
              <a:gd name="connsiteY2" fmla="*/ 913740 h 913740"/>
              <a:gd name="connsiteX3" fmla="*/ 46140 w 595085"/>
              <a:gd name="connsiteY3" fmla="*/ 904458 h 913740"/>
              <a:gd name="connsiteX4" fmla="*/ 0 w 595085"/>
              <a:gd name="connsiteY4" fmla="*/ 890136 h 913740"/>
              <a:gd name="connsiteX5" fmla="*/ 0 w 595085"/>
              <a:gd name="connsiteY5" fmla="*/ 23605 h 913740"/>
              <a:gd name="connsiteX6" fmla="*/ 46140 w 595085"/>
              <a:gd name="connsiteY6" fmla="*/ 9282 h 913740"/>
              <a:gd name="connsiteX7" fmla="*/ 138215 w 595085"/>
              <a:gd name="connsiteY7" fmla="*/ 0 h 91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085" h="913740">
                <a:moveTo>
                  <a:pt x="138215" y="0"/>
                </a:moveTo>
                <a:cubicBezTo>
                  <a:pt x="390537" y="0"/>
                  <a:pt x="595085" y="204548"/>
                  <a:pt x="595085" y="456870"/>
                </a:cubicBezTo>
                <a:cubicBezTo>
                  <a:pt x="595085" y="709192"/>
                  <a:pt x="390537" y="913740"/>
                  <a:pt x="138215" y="913740"/>
                </a:cubicBezTo>
                <a:cubicBezTo>
                  <a:pt x="106675" y="913740"/>
                  <a:pt x="75881" y="910544"/>
                  <a:pt x="46140" y="904458"/>
                </a:cubicBezTo>
                <a:lnTo>
                  <a:pt x="0" y="890136"/>
                </a:lnTo>
                <a:lnTo>
                  <a:pt x="0" y="23605"/>
                </a:lnTo>
                <a:lnTo>
                  <a:pt x="46140" y="9282"/>
                </a:lnTo>
                <a:cubicBezTo>
                  <a:pt x="75881" y="3196"/>
                  <a:pt x="106675" y="0"/>
                  <a:pt x="138215" y="0"/>
                </a:cubicBezTo>
                <a:close/>
              </a:path>
            </a:pathLst>
          </a:custGeom>
          <a:gradFill flip="none" rotWithShape="1">
            <a:gsLst>
              <a:gs pos="0">
                <a:schemeClr val="accent1"/>
              </a:gs>
              <a:gs pos="46000">
                <a:schemeClr val="accent2"/>
              </a:gs>
              <a:gs pos="100000">
                <a:schemeClr val="accent6"/>
              </a:gs>
            </a:gsLst>
            <a:path path="circle">
              <a:fillToRect r="100000" b="100000"/>
            </a:path>
            <a:tileRect l="-100000" t="-100000"/>
          </a:gradFill>
          <a:ln>
            <a:noFill/>
            <a:prstDash val="solid"/>
          </a:ln>
          <a:effectLst>
            <a:outerShdw blurRad="203200" dist="101600" dir="8100000" algn="tr" rotWithShape="0">
              <a:srgbClr val="3E3FC2">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lvl="0" algn="ctr">
              <a:buClrTx/>
              <a:buSzTx/>
              <a:buFontTx/>
            </a:pPr>
            <a:endParaRPr lang="en-US">
              <a:sym typeface="+mn-lt"/>
            </a:endParaRPr>
          </a:p>
        </p:txBody>
      </p:sp>
      <p:sp>
        <p:nvSpPr>
          <p:cNvPr id="22" name="任意多边形: 形状 24"/>
          <p:cNvSpPr/>
          <p:nvPr>
            <p:custDataLst>
              <p:tags r:id="rId7"/>
            </p:custDataLst>
          </p:nvPr>
        </p:nvSpPr>
        <p:spPr>
          <a:xfrm>
            <a:off x="10096500" y="5605780"/>
            <a:ext cx="2095500" cy="1252220"/>
          </a:xfrm>
          <a:custGeom>
            <a:avLst/>
            <a:gdLst>
              <a:gd name="connsiteX0" fmla="*/ 2362601 w 3418449"/>
              <a:gd name="connsiteY0" fmla="*/ 0 h 2043644"/>
              <a:gd name="connsiteX1" fmla="*/ 3293126 w 3418449"/>
              <a:gd name="connsiteY1" fmla="*/ 187865 h 2043644"/>
              <a:gd name="connsiteX2" fmla="*/ 3418449 w 3418449"/>
              <a:gd name="connsiteY2" fmla="*/ 248236 h 2043644"/>
              <a:gd name="connsiteX3" fmla="*/ 3418449 w 3418449"/>
              <a:gd name="connsiteY3" fmla="*/ 2043644 h 2043644"/>
              <a:gd name="connsiteX4" fmla="*/ 0 w 3418449"/>
              <a:gd name="connsiteY4" fmla="*/ 2043644 h 2043644"/>
              <a:gd name="connsiteX5" fmla="*/ 20579 w 3418449"/>
              <a:gd name="connsiteY5" fmla="*/ 1908803 h 2043644"/>
              <a:gd name="connsiteX6" fmla="*/ 2362601 w 3418449"/>
              <a:gd name="connsiteY6" fmla="*/ 0 h 2043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18449" h="2043644">
                <a:moveTo>
                  <a:pt x="2362601" y="0"/>
                </a:moveTo>
                <a:cubicBezTo>
                  <a:pt x="2692672" y="0"/>
                  <a:pt x="3007120" y="66894"/>
                  <a:pt x="3293126" y="187865"/>
                </a:cubicBezTo>
                <a:lnTo>
                  <a:pt x="3418449" y="248236"/>
                </a:lnTo>
                <a:lnTo>
                  <a:pt x="3418449" y="2043644"/>
                </a:lnTo>
                <a:lnTo>
                  <a:pt x="0" y="2043644"/>
                </a:lnTo>
                <a:lnTo>
                  <a:pt x="20579" y="1908803"/>
                </a:lnTo>
                <a:cubicBezTo>
                  <a:pt x="243493" y="819452"/>
                  <a:pt x="1207351" y="0"/>
                  <a:pt x="2362601" y="0"/>
                </a:cubicBezTo>
                <a:close/>
              </a:path>
            </a:pathLst>
          </a:custGeom>
          <a:gradFill flip="none" rotWithShape="1">
            <a:gsLst>
              <a:gs pos="0">
                <a:schemeClr val="accent1"/>
              </a:gs>
              <a:gs pos="46000">
                <a:schemeClr val="accent2"/>
              </a:gs>
              <a:gs pos="100000">
                <a:schemeClr val="accent6"/>
              </a:gs>
            </a:gsLst>
            <a:path path="circle">
              <a:fillToRect r="100000" b="100000"/>
            </a:path>
            <a:tileRect l="-100000" t="-100000"/>
          </a:gradFill>
          <a:ln>
            <a:noFill/>
            <a:prstDash val="solid"/>
          </a:ln>
          <a:effectLst>
            <a:outerShdw blurRad="203200" dist="101600" dir="8100000" algn="tr" rotWithShape="0">
              <a:srgbClr val="3E3FC2">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en-US">
              <a:solidFill>
                <a:schemeClr val="lt1"/>
              </a:solidFill>
            </a:endParaRPr>
          </a:p>
        </p:txBody>
      </p:sp>
      <p:sp>
        <p:nvSpPr>
          <p:cNvPr id="47" name="椭圆 46"/>
          <p:cNvSpPr/>
          <p:nvPr>
            <p:custDataLst>
              <p:tags r:id="rId8"/>
            </p:custDataLst>
          </p:nvPr>
        </p:nvSpPr>
        <p:spPr>
          <a:xfrm flipV="1">
            <a:off x="11371580" y="429260"/>
            <a:ext cx="59055" cy="59055"/>
          </a:xfrm>
          <a:prstGeom prst="ellipse">
            <a:avLst/>
          </a:prstGeom>
          <a:solidFill>
            <a:schemeClr val="accent2"/>
          </a:soli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sz="1400">
              <a:solidFill>
                <a:schemeClr val="lt1"/>
              </a:solidFill>
            </a:endParaRPr>
          </a:p>
        </p:txBody>
      </p:sp>
      <p:sp>
        <p:nvSpPr>
          <p:cNvPr id="53" name="椭圆 52"/>
          <p:cNvSpPr/>
          <p:nvPr>
            <p:custDataLst>
              <p:tags r:id="rId9"/>
            </p:custDataLst>
          </p:nvPr>
        </p:nvSpPr>
        <p:spPr>
          <a:xfrm flipV="1">
            <a:off x="11507470" y="429260"/>
            <a:ext cx="59055" cy="59055"/>
          </a:xfrm>
          <a:prstGeom prst="ellipse">
            <a:avLst/>
          </a:prstGeom>
          <a:solidFill>
            <a:schemeClr val="accent2"/>
          </a:soli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sz="1400" dirty="0">
              <a:solidFill>
                <a:schemeClr val="lt1"/>
              </a:solidFill>
            </a:endParaRPr>
          </a:p>
        </p:txBody>
      </p:sp>
      <p:sp>
        <p:nvSpPr>
          <p:cNvPr id="54" name="椭圆 53"/>
          <p:cNvSpPr/>
          <p:nvPr>
            <p:custDataLst>
              <p:tags r:id="rId10"/>
            </p:custDataLst>
          </p:nvPr>
        </p:nvSpPr>
        <p:spPr>
          <a:xfrm flipV="1">
            <a:off x="11642725" y="429260"/>
            <a:ext cx="59055" cy="59055"/>
          </a:xfrm>
          <a:prstGeom prst="ellipse">
            <a:avLst/>
          </a:prstGeom>
          <a:solidFill>
            <a:schemeClr val="accent2"/>
          </a:solidFill>
          <a:ln>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normAutofit fontScale="25000" lnSpcReduction="20000"/>
          </a:bodyPr>
          <a:lstStyle/>
          <a:p>
            <a:pPr algn="ctr"/>
            <a:endParaRPr lang="en-US" sz="1400">
              <a:solidFill>
                <a:schemeClr val="lt1"/>
              </a:solidFill>
            </a:endParaRPr>
          </a:p>
        </p:txBody>
      </p:sp>
      <p:sp>
        <p:nvSpPr>
          <p:cNvPr id="9" name="节编号"/>
          <p:cNvSpPr>
            <a:spLocks noGrp="1"/>
          </p:cNvSpPr>
          <p:nvPr>
            <p:ph type="body" idx="3" hasCustomPrompt="1"/>
            <p:custDataLst>
              <p:tags r:id="rId11"/>
            </p:custDataLst>
          </p:nvPr>
        </p:nvSpPr>
        <p:spPr>
          <a:xfrm>
            <a:off x="5831205" y="1662430"/>
            <a:ext cx="927735" cy="927735"/>
          </a:xfrm>
          <a:prstGeom prst="ellipse">
            <a:avLst/>
          </a:prstGeom>
          <a:gradFill flip="none" rotWithShape="1">
            <a:gsLst>
              <a:gs pos="0">
                <a:schemeClr val="accent3"/>
              </a:gs>
              <a:gs pos="54000">
                <a:schemeClr val="accent1"/>
              </a:gs>
              <a:gs pos="100000">
                <a:schemeClr val="accent4"/>
              </a:gs>
            </a:gsLst>
            <a:path path="circle">
              <a:fillToRect r="100000" b="100000"/>
            </a:path>
            <a:tileRect l="-100000" t="-100000"/>
          </a:gradFill>
          <a:ln>
            <a:noFill/>
            <a:prstDash val="solid"/>
          </a:ln>
          <a:effectLst>
            <a:outerShdw blurRad="203200" dist="101600" dir="8100000" algn="tr" rotWithShape="0">
              <a:srgbClr val="3E3FC2">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91440" tIns="45720" rIns="91440" bIns="45720" numCol="1" spcCol="0" rtlCol="0" fromWordArt="0" anchor="b" anchorCtr="0" forceAA="0" compatLnSpc="1">
            <a:normAutofit/>
          </a:bodyPr>
          <a:lstStyle>
            <a:lvl1pPr marL="0" marR="0" lvl="0" algn="ctr" defTabSz="914400" rtl="0" eaLnBrk="1" fontAlgn="auto" latinLnBrk="0" hangingPunct="1">
              <a:lnSpc>
                <a:spcPct val="100000"/>
              </a:lnSpc>
              <a:buClrTx/>
              <a:buSzTx/>
              <a:buFontTx/>
              <a:buNone/>
              <a:defRPr kumimoji="0" lang="en-US" sz="2800" b="0" i="0" u="none" strike="noStrike" kern="1200" cap="none" spc="0" normalizeH="0" baseline="0" noProof="1" dirty="0">
                <a:solidFill>
                  <a:schemeClr val="lt1"/>
                </a:solidFill>
                <a:latin typeface="+mn-lt"/>
                <a:sym typeface="+mn-ea"/>
              </a:defRPr>
            </a:lvl1pPr>
          </a:lstStyle>
          <a:p>
            <a:pPr lvl="0" algn="ctr">
              <a:buClrTx/>
              <a:buSzTx/>
              <a:buFontTx/>
            </a:pPr>
            <a:r>
              <a:rPr>
                <a:latin typeface="+mn-lt"/>
                <a:sym typeface="+mn-ea"/>
              </a:rPr>
              <a:t>Click to add text</a:t>
            </a:r>
            <a:endParaRPr>
              <a:sym typeface="+mn-ea"/>
            </a:endParaRPr>
          </a:p>
        </p:txBody>
      </p:sp>
      <p:sp>
        <p:nvSpPr>
          <p:cNvPr id="8" name="标题"/>
          <p:cNvSpPr txBox="1">
            <a:spLocks noGrp="1"/>
          </p:cNvSpPr>
          <p:nvPr>
            <p:ph type="title" idx="2" hasCustomPrompt="1"/>
            <p:custDataLst>
              <p:tags r:id="rId12"/>
            </p:custDataLst>
          </p:nvPr>
        </p:nvSpPr>
        <p:spPr>
          <a:xfrm>
            <a:off x="5607050" y="2755265"/>
            <a:ext cx="6095365" cy="2594610"/>
          </a:xfrm>
          <a:prstGeom prst="rect">
            <a:avLst/>
          </a:prstGeom>
          <a:noFill/>
        </p:spPr>
        <p:txBody>
          <a:bodyPr vert="horz" wrap="square" lIns="0" tIns="0" rIns="0" bIns="0" rtlCol="0" anchor="t" anchorCtr="0">
            <a:normAutofit/>
          </a:bodyPr>
          <a:lstStyle>
            <a:lvl1pPr marL="0" marR="0" lvl="0" algn="l" defTabSz="914400" rtl="0" eaLnBrk="1" fontAlgn="auto" latinLnBrk="0" hangingPunct="1">
              <a:lnSpc>
                <a:spcPct val="100000"/>
              </a:lnSpc>
              <a:buClrTx/>
              <a:buSzTx/>
              <a:buFontTx/>
              <a:buNone/>
              <a:defRPr kumimoji="0" lang="en-US" sz="5400" b="1" i="0" u="none" strike="noStrike" kern="1200" cap="none" spc="0" normalizeH="0" baseline="0" noProof="1" dirty="0">
                <a:solidFill>
                  <a:schemeClr val="tx1">
                    <a:lumMod val="85000"/>
                    <a:lumOff val="15000"/>
                  </a:schemeClr>
                </a:solidFill>
                <a:latin typeface="+mj-lt"/>
                <a:sym typeface="+mn-ea"/>
              </a:defRPr>
            </a:lvl1pPr>
          </a:lstStyle>
          <a:p>
            <a:pPr lvl="0" algn="just">
              <a:lnSpc>
                <a:spcPct val="100000"/>
              </a:lnSpc>
              <a:buClrTx/>
              <a:buSzTx/>
              <a:buFontTx/>
            </a:pPr>
            <a:r>
              <a:rPr>
                <a:sym typeface="+mn-ea"/>
              </a:rPr>
              <a:t>Click to add title</a:t>
            </a:r>
            <a:endParaRPr dirty="0">
              <a:sym typeface="+mn-ea"/>
            </a:endParaRPr>
          </a:p>
        </p:txBody>
      </p:sp>
      <p:sp>
        <p:nvSpPr>
          <p:cNvPr id="7" name="任意多边形: 形状 22"/>
          <p:cNvSpPr/>
          <p:nvPr>
            <p:custDataLst>
              <p:tags r:id="rId13"/>
            </p:custDataLst>
          </p:nvPr>
        </p:nvSpPr>
        <p:spPr>
          <a:xfrm rot="16200000">
            <a:off x="4525645" y="6398260"/>
            <a:ext cx="372745" cy="572135"/>
          </a:xfrm>
          <a:custGeom>
            <a:avLst/>
            <a:gdLst>
              <a:gd name="connsiteX0" fmla="*/ 138215 w 595085"/>
              <a:gd name="connsiteY0" fmla="*/ 0 h 913740"/>
              <a:gd name="connsiteX1" fmla="*/ 595085 w 595085"/>
              <a:gd name="connsiteY1" fmla="*/ 456870 h 913740"/>
              <a:gd name="connsiteX2" fmla="*/ 138215 w 595085"/>
              <a:gd name="connsiteY2" fmla="*/ 913740 h 913740"/>
              <a:gd name="connsiteX3" fmla="*/ 46140 w 595085"/>
              <a:gd name="connsiteY3" fmla="*/ 904458 h 913740"/>
              <a:gd name="connsiteX4" fmla="*/ 0 w 595085"/>
              <a:gd name="connsiteY4" fmla="*/ 890136 h 913740"/>
              <a:gd name="connsiteX5" fmla="*/ 0 w 595085"/>
              <a:gd name="connsiteY5" fmla="*/ 23605 h 913740"/>
              <a:gd name="connsiteX6" fmla="*/ 46140 w 595085"/>
              <a:gd name="connsiteY6" fmla="*/ 9282 h 913740"/>
              <a:gd name="connsiteX7" fmla="*/ 138215 w 595085"/>
              <a:gd name="connsiteY7" fmla="*/ 0 h 91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085" h="913740">
                <a:moveTo>
                  <a:pt x="138215" y="0"/>
                </a:moveTo>
                <a:cubicBezTo>
                  <a:pt x="390537" y="0"/>
                  <a:pt x="595085" y="204548"/>
                  <a:pt x="595085" y="456870"/>
                </a:cubicBezTo>
                <a:cubicBezTo>
                  <a:pt x="595085" y="709192"/>
                  <a:pt x="390537" y="913740"/>
                  <a:pt x="138215" y="913740"/>
                </a:cubicBezTo>
                <a:cubicBezTo>
                  <a:pt x="106675" y="913740"/>
                  <a:pt x="75881" y="910544"/>
                  <a:pt x="46140" y="904458"/>
                </a:cubicBezTo>
                <a:lnTo>
                  <a:pt x="0" y="890136"/>
                </a:lnTo>
                <a:lnTo>
                  <a:pt x="0" y="23605"/>
                </a:lnTo>
                <a:lnTo>
                  <a:pt x="46140" y="9282"/>
                </a:lnTo>
                <a:cubicBezTo>
                  <a:pt x="75881" y="3196"/>
                  <a:pt x="106675" y="0"/>
                  <a:pt x="138215" y="0"/>
                </a:cubicBezTo>
                <a:close/>
              </a:path>
            </a:pathLst>
          </a:custGeom>
          <a:gradFill flip="none" rotWithShape="1">
            <a:gsLst>
              <a:gs pos="0">
                <a:schemeClr val="accent1"/>
              </a:gs>
              <a:gs pos="46000">
                <a:schemeClr val="accent2"/>
              </a:gs>
              <a:gs pos="100000">
                <a:schemeClr val="accent6"/>
              </a:gs>
            </a:gsLst>
            <a:path path="circle">
              <a:fillToRect r="100000" b="100000"/>
            </a:path>
            <a:tileRect l="-100000" t="-100000"/>
          </a:gradFill>
          <a:ln>
            <a:noFill/>
            <a:prstDash val="solid"/>
          </a:ln>
          <a:effectLst>
            <a:outerShdw blurRad="203200" dist="101600" dir="8100000" algn="tr" rotWithShape="0">
              <a:srgbClr val="3E3FC2">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rmAutofit/>
          </a:bodyPr>
          <a:lstStyle/>
          <a:p>
            <a:pPr algn="ctr"/>
            <a:endParaRPr lang="en-US">
              <a:sym typeface="+mn-lt"/>
            </a:endParaRPr>
          </a:p>
        </p:txBody>
      </p:sp>
      <p:sp>
        <p:nvSpPr>
          <p:cNvPr id="4" name="日期占位符 3"/>
          <p:cNvSpPr>
            <a:spLocks noGrp="1"/>
          </p:cNvSpPr>
          <p:nvPr>
            <p:ph type="dt" sz="half" idx="10"/>
            <p:custDataLst>
              <p:tags r:id="rId14"/>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5"/>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6"/>
            </p:custDataLst>
          </p:nvPr>
        </p:nvSpPr>
        <p:spPr>
          <a:xfrm>
            <a:off x="8610600" y="6356350"/>
            <a:ext cx="2743200" cy="365125"/>
          </a:xfrm>
        </p:spPr>
        <p:txBody>
          <a:bodyPr/>
          <a:lstStyle/>
          <a:p>
            <a:fld id="{73127340-2293-49D2-96F1-6E7BF0C8FD9C}" type="slidenum">
              <a:rPr lang="en-US" smtClean="0"/>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showMasterSp="0">
  <p:cSld name="Two Content">
    <p:spTree>
      <p:nvGrpSpPr>
        <p:cNvPr id="1" name=""/>
        <p:cNvGrpSpPr/>
        <p:nvPr/>
      </p:nvGrpSpPr>
      <p:grpSpPr>
        <a:xfrm>
          <a:off x="0" y="0"/>
          <a:ext cx="0" cy="0"/>
          <a:chOff x="0" y="0"/>
          <a:chExt cx="0" cy="0"/>
        </a:xfrm>
      </p:grpSpPr>
      <p:sp>
        <p:nvSpPr>
          <p:cNvPr id="11" name="任意多边形: 形状 2"/>
          <p:cNvSpPr/>
          <p:nvPr>
            <p:custDataLst>
              <p:tags r:id="rId2"/>
            </p:custDataLst>
          </p:nvPr>
        </p:nvSpPr>
        <p:spPr>
          <a:xfrm>
            <a:off x="10841990" y="5400675"/>
            <a:ext cx="1350010" cy="1457325"/>
          </a:xfrm>
          <a:custGeom>
            <a:avLst/>
            <a:gdLst>
              <a:gd name="connsiteX0" fmla="*/ 1655408 w 2097843"/>
              <a:gd name="connsiteY0" fmla="*/ 0 h 2264232"/>
              <a:gd name="connsiteX1" fmla="*/ 1989031 w 2097843"/>
              <a:gd name="connsiteY1" fmla="*/ 33632 h 2264232"/>
              <a:gd name="connsiteX2" fmla="*/ 2097843 w 2097843"/>
              <a:gd name="connsiteY2" fmla="*/ 61611 h 2264232"/>
              <a:gd name="connsiteX3" fmla="*/ 2097843 w 2097843"/>
              <a:gd name="connsiteY3" fmla="*/ 2264232 h 2264232"/>
              <a:gd name="connsiteX4" fmla="*/ 117084 w 2097843"/>
              <a:gd name="connsiteY4" fmla="*/ 2264232 h 2264232"/>
              <a:gd name="connsiteX5" fmla="*/ 74424 w 2097843"/>
              <a:gd name="connsiteY5" fmla="*/ 2147676 h 2264232"/>
              <a:gd name="connsiteX6" fmla="*/ 0 w 2097843"/>
              <a:gd name="connsiteY6" fmla="*/ 1655408 h 2264232"/>
              <a:gd name="connsiteX7" fmla="*/ 1655408 w 2097843"/>
              <a:gd name="connsiteY7" fmla="*/ 0 h 22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7843" h="2264232">
                <a:moveTo>
                  <a:pt x="1655408" y="0"/>
                </a:moveTo>
                <a:cubicBezTo>
                  <a:pt x="1769690" y="0"/>
                  <a:pt x="1881268" y="11581"/>
                  <a:pt x="1989031" y="33632"/>
                </a:cubicBezTo>
                <a:lnTo>
                  <a:pt x="2097843" y="61611"/>
                </a:lnTo>
                <a:lnTo>
                  <a:pt x="2097843" y="2264232"/>
                </a:lnTo>
                <a:lnTo>
                  <a:pt x="117084" y="2264232"/>
                </a:lnTo>
                <a:lnTo>
                  <a:pt x="74424" y="2147676"/>
                </a:lnTo>
                <a:cubicBezTo>
                  <a:pt x="26056" y="1992169"/>
                  <a:pt x="0" y="1826831"/>
                  <a:pt x="0" y="1655408"/>
                </a:cubicBezTo>
                <a:cubicBezTo>
                  <a:pt x="0" y="741151"/>
                  <a:pt x="741151" y="0"/>
                  <a:pt x="1655408" y="0"/>
                </a:cubicBezTo>
                <a:close/>
              </a:path>
            </a:pathLst>
          </a:custGeom>
          <a:gradFill flip="none" rotWithShape="1">
            <a:gsLst>
              <a:gs pos="0">
                <a:schemeClr val="accent1"/>
              </a:gs>
              <a:gs pos="46000">
                <a:schemeClr val="accent2"/>
              </a:gs>
              <a:gs pos="100000">
                <a:schemeClr val="accent6"/>
              </a:gs>
            </a:gsLst>
            <a:path path="circle">
              <a:fillToRect l="100000" t="100000"/>
            </a:path>
            <a:tileRect r="-100000" b="-100000"/>
          </a:gra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任意多边形: 形状 16"/>
          <p:cNvSpPr/>
          <p:nvPr>
            <p:custDataLst>
              <p:tags r:id="rId3"/>
            </p:custDataLst>
          </p:nvPr>
        </p:nvSpPr>
        <p:spPr>
          <a:xfrm>
            <a:off x="0" y="0"/>
            <a:ext cx="2202180" cy="1774825"/>
          </a:xfrm>
          <a:custGeom>
            <a:avLst/>
            <a:gdLst>
              <a:gd name="connsiteX0" fmla="*/ 0 w 2593145"/>
              <a:gd name="connsiteY0" fmla="*/ 0 h 2089574"/>
              <a:gd name="connsiteX1" fmla="*/ 2585357 w 2593145"/>
              <a:gd name="connsiteY1" fmla="*/ 0 h 2089574"/>
              <a:gd name="connsiteX2" fmla="*/ 2593145 w 2593145"/>
              <a:gd name="connsiteY2" fmla="*/ 154244 h 2089574"/>
              <a:gd name="connsiteX3" fmla="*/ 657815 w 2593145"/>
              <a:gd name="connsiteY3" fmla="*/ 2089574 h 2089574"/>
              <a:gd name="connsiteX4" fmla="*/ 82307 w 2593145"/>
              <a:gd name="connsiteY4" fmla="*/ 2002566 h 2089574"/>
              <a:gd name="connsiteX5" fmla="*/ 0 w 2593145"/>
              <a:gd name="connsiteY5" fmla="*/ 1972441 h 208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3145" h="2089574">
                <a:moveTo>
                  <a:pt x="0" y="0"/>
                </a:moveTo>
                <a:lnTo>
                  <a:pt x="2585357" y="0"/>
                </a:lnTo>
                <a:lnTo>
                  <a:pt x="2593145" y="154244"/>
                </a:lnTo>
                <a:cubicBezTo>
                  <a:pt x="2593145" y="1223097"/>
                  <a:pt x="1726668" y="2089574"/>
                  <a:pt x="657815" y="2089574"/>
                </a:cubicBezTo>
                <a:cubicBezTo>
                  <a:pt x="457405" y="2089574"/>
                  <a:pt x="264110" y="2059112"/>
                  <a:pt x="82307" y="2002566"/>
                </a:cubicBezTo>
                <a:lnTo>
                  <a:pt x="0" y="1972441"/>
                </a:lnTo>
                <a:close/>
              </a:path>
            </a:pathLst>
          </a:custGeom>
          <a:solidFill>
            <a:schemeClr val="bg1"/>
          </a:soli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10" name="正文"/>
          <p:cNvSpPr txBox="1">
            <a:spLocks noGrp="1"/>
          </p:cNvSpPr>
          <p:nvPr>
            <p:ph idx="3" hasCustomPrompt="1"/>
            <p:custDataLst>
              <p:tags r:id="rId4"/>
            </p:custDataLst>
          </p:nvPr>
        </p:nvSpPr>
        <p:spPr>
          <a:xfrm>
            <a:off x="6400805"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Lst>
              <a:defRPr kumimoji="0" sz="1600" b="0" i="0" u="none" strike="noStrike" kern="1200" cap="none" spc="150" normalizeH="0" baseline="0" dirty="0">
                <a:solidFill>
                  <a:schemeClr val="tx1">
                    <a:lumMod val="50000"/>
                    <a:lumOff val="50000"/>
                  </a:schemeClr>
                </a:solidFill>
                <a:uFillTx/>
                <a:latin typeface="+mn-lt"/>
                <a:sym typeface="+mn-ea"/>
              </a:defRPr>
            </a:lvl2pPr>
            <a:lvl3pPr marL="1143000" marR="0" lvl="2" indent="-228600" algn="l" defTabSz="914400" rtl="0" eaLnBrk="1" fontAlgn="auto" latinLnBrk="0" hangingPunct="1">
              <a:lnSpc>
                <a:spcPct val="120000"/>
              </a:lnSpc>
              <a:spcBef>
                <a:spcPts val="0"/>
              </a:spcBef>
              <a:spcAft>
                <a:spcPts val="600"/>
              </a:spcAft>
              <a:buFont typeface="Arial" panose="020B0604020202020204" pitchFamily="34" charset="0"/>
              <a:buChar char="●"/>
              <a:defRPr kumimoji="0" sz="1600" b="0" i="0" u="none" strike="noStrike" kern="1200" cap="none" spc="150" normalizeH="0" baseline="0" dirty="0">
                <a:solidFill>
                  <a:schemeClr val="tx1">
                    <a:lumMod val="50000"/>
                    <a:lumOff val="50000"/>
                  </a:schemeClr>
                </a:solidFill>
                <a:uFillTx/>
                <a:latin typeface="+mn-lt"/>
                <a:sym typeface="+mn-ea"/>
              </a:defRPr>
            </a:lvl3pPr>
            <a:lvl4pPr marL="1600200" marR="0" lvl="3" indent="-228600" algn="l" defTabSz="914400" rtl="0" eaLnBrk="1" fontAlgn="auto" latinLnBrk="0" hangingPunct="1">
              <a:lnSpc>
                <a:spcPct val="120000"/>
              </a:lnSpc>
              <a:spcBef>
                <a:spcPts val="0"/>
              </a:spcBef>
              <a:spcAft>
                <a:spcPts val="300"/>
              </a:spcAft>
              <a:buFont typeface="Wingdings" panose="05000000000000000000" charset="0"/>
              <a:buChar char=""/>
              <a:defRPr kumimoji="0" sz="1600" b="0" i="0" u="none" strike="noStrike" kern="1200" cap="none" spc="150" normalizeH="0" baseline="0" dirty="0">
                <a:solidFill>
                  <a:schemeClr val="tx1">
                    <a:lumMod val="50000"/>
                    <a:lumOff val="50000"/>
                  </a:schemeClr>
                </a:solidFill>
                <a:uFillTx/>
                <a:latin typeface="+mn-lt"/>
                <a:sym typeface="+mn-ea"/>
              </a:defRPr>
            </a:lvl4pPr>
            <a:lvl5pPr marL="2057400" marR="0" lvl="4" indent="-228600" algn="l" defTabSz="914400" rtl="0" eaLnBrk="1" fontAlgn="auto" latinLnBrk="0" hangingPunct="1">
              <a:lnSpc>
                <a:spcPct val="120000"/>
              </a:lnSpc>
              <a:spcBef>
                <a:spcPts val="0"/>
              </a:spcBef>
              <a:spcAft>
                <a:spcPts val="300"/>
              </a:spcAft>
              <a:buFont typeface="Arial" panose="020B0604020202020204" pitchFamily="34" charset="0"/>
              <a:buChar char="•"/>
              <a:defRPr kumimoji="0" sz="1600" b="0" i="0" u="none" strike="noStrike" kern="1200" cap="none" spc="150" normalizeH="0" baseline="0" dirty="0">
                <a:solidFill>
                  <a:schemeClr val="tx1">
                    <a:lumMod val="50000"/>
                    <a:lumOff val="50000"/>
                  </a:schemeClr>
                </a:solidFill>
                <a:uFillTx/>
                <a:latin typeface="+mn-lt"/>
                <a:sym typeface="+mn-ea"/>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pPr>
            <a:r>
              <a:rPr dirty="0">
                <a:latin typeface="+mn-lt"/>
                <a:sym typeface="+mn-ea"/>
              </a:rPr>
              <a:t>Click to add text</a:t>
            </a:r>
            <a:endParaRPr dirty="0">
              <a:sym typeface="+mn-ea"/>
            </a:endParaRPr>
          </a:p>
        </p:txBody>
      </p:sp>
      <p:sp>
        <p:nvSpPr>
          <p:cNvPr id="9" name="正文"/>
          <p:cNvSpPr txBox="1">
            <a:spLocks noGrp="1"/>
          </p:cNvSpPr>
          <p:nvPr>
            <p:ph idx="2" hasCustomPrompt="1"/>
            <p:custDataLst>
              <p:tags r:id="rId5"/>
            </p:custDataLst>
          </p:nvPr>
        </p:nvSpPr>
        <p:spPr>
          <a:xfrm>
            <a:off x="608400" y="1490357"/>
            <a:ext cx="5176800" cy="4759236"/>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8" name="标题"/>
          <p:cNvSpPr txBox="1">
            <a:spLocks noGrp="1"/>
          </p:cNvSpPr>
          <p:nvPr>
            <p:ph type="title" idx="1" hasCustomPrompt="1"/>
            <p:custDataLst>
              <p:tags r:id="rId6"/>
            </p:custDataLst>
          </p:nvPr>
        </p:nvSpPr>
        <p:spPr>
          <a:xfrm>
            <a:off x="607695" y="608330"/>
            <a:ext cx="10969625" cy="671195"/>
          </a:xfrm>
          <a:prstGeom prst="rect">
            <a:avLst/>
          </a:prstGeom>
          <a:noFill/>
        </p:spPr>
        <p:txBody>
          <a:bodyPr vert="horz" wrap="square" lIns="71755" tIns="0" rIns="0" bIns="0" rtlCol="0" anchor="b" anchorCtr="0">
            <a:normAutofit/>
          </a:bodyPr>
          <a:lstStyle>
            <a:lvl1pPr marL="0" marR="0" lvl="0" algn="l" defTabSz="914400" rtl="0" eaLnBrk="1" fontAlgn="auto" latinLnBrk="0" hangingPunct="1">
              <a:lnSpc>
                <a:spcPct val="100000"/>
              </a:lnSpc>
              <a:buClrTx/>
              <a:buSzTx/>
              <a:buFontTx/>
              <a:buNone/>
              <a:defRPr kumimoji="0" lang="en-US" sz="3600" b="1" i="0" u="none" strike="noStrike" kern="1200" cap="none" spc="0" normalizeH="0" baseline="0" noProof="1" dirty="0">
                <a:solidFill>
                  <a:schemeClr val="tx1">
                    <a:lumMod val="85000"/>
                    <a:lumOff val="15000"/>
                  </a:schemeClr>
                </a:solidFill>
                <a:latin typeface="+mj-lt"/>
                <a:sym typeface="+mn-ea"/>
              </a:defRPr>
            </a:lvl1pPr>
          </a:lstStyle>
          <a:p>
            <a:pPr lvl="0" algn="l">
              <a:buClrTx/>
              <a:buSzTx/>
              <a:buFontTx/>
            </a:pPr>
            <a:r>
              <a:rPr dirty="0">
                <a:latin typeface="+mj-lt"/>
                <a:sym typeface="+mn-ea"/>
              </a:rPr>
              <a:t>Click to add title</a:t>
            </a:r>
            <a:endParaRPr dirty="0">
              <a:sym typeface="+mn-ea"/>
            </a:endParaRPr>
          </a:p>
        </p:txBody>
      </p:sp>
      <p:sp>
        <p:nvSpPr>
          <p:cNvPr id="5" name="日期占位符 4"/>
          <p:cNvSpPr>
            <a:spLocks noGrp="1"/>
          </p:cNvSpPr>
          <p:nvPr>
            <p:ph type="dt" sz="half" idx="10"/>
            <p:custDataLst>
              <p:tags r:id="rId7"/>
            </p:custDataLst>
          </p:nvPr>
        </p:nvSpPr>
        <p:spPr>
          <a:xfrm>
            <a:off x="838200" y="6356350"/>
            <a:ext cx="2743200" cy="365125"/>
          </a:xfrm>
        </p:spPr>
        <p:txBody>
          <a:bodyPr/>
          <a:lstStyle/>
          <a:p>
            <a:r>
              <a:rPr lang="en-US"/>
              <a:t>Date Area</a:t>
            </a:r>
            <a:endParaRPr lang="en-US"/>
          </a:p>
        </p:txBody>
      </p:sp>
      <p:sp>
        <p:nvSpPr>
          <p:cNvPr id="6" name="页脚占位符 5"/>
          <p:cNvSpPr>
            <a:spLocks noGrp="1"/>
          </p:cNvSpPr>
          <p:nvPr>
            <p:ph type="ftr" sz="quarter" idx="11"/>
            <p:custDataLst>
              <p:tags r:id="rId8"/>
            </p:custDataLst>
          </p:nvPr>
        </p:nvSpPr>
        <p:spPr>
          <a:xfrm>
            <a:off x="4038600" y="6356350"/>
            <a:ext cx="4114800" cy="365125"/>
          </a:xfrm>
        </p:spPr>
        <p:txBody>
          <a:bodyPr/>
          <a:lstStyle/>
          <a:p>
            <a:endParaRPr lang="en-US"/>
          </a:p>
        </p:txBody>
      </p:sp>
      <p:sp>
        <p:nvSpPr>
          <p:cNvPr id="7" name="灯片编号占位符 6"/>
          <p:cNvSpPr>
            <a:spLocks noGrp="1"/>
          </p:cNvSpPr>
          <p:nvPr>
            <p:ph type="sldNum" sz="quarter" idx="12"/>
            <p:custDataLst>
              <p:tags r:id="rId9"/>
            </p:custDataLst>
          </p:nvPr>
        </p:nvSpPr>
        <p:spPr>
          <a:xfrm>
            <a:off x="8610600" y="6356350"/>
            <a:ext cx="2743200" cy="365125"/>
          </a:xfrm>
        </p:spPr>
        <p:txBody>
          <a:bodyPr/>
          <a:lstStyle/>
          <a:p>
            <a:fld id="{73127340-2293-49D2-96F1-6E7BF0C8FD9C}"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showMasterSp="0">
  <p:cSld name="Comparison">
    <p:spTree>
      <p:nvGrpSpPr>
        <p:cNvPr id="1" name=""/>
        <p:cNvGrpSpPr/>
        <p:nvPr/>
      </p:nvGrpSpPr>
      <p:grpSpPr>
        <a:xfrm>
          <a:off x="0" y="0"/>
          <a:ext cx="0" cy="0"/>
          <a:chOff x="0" y="0"/>
          <a:chExt cx="0" cy="0"/>
        </a:xfrm>
      </p:grpSpPr>
      <p:sp>
        <p:nvSpPr>
          <p:cNvPr id="15" name="任意多边形: 形状 2"/>
          <p:cNvSpPr/>
          <p:nvPr>
            <p:custDataLst>
              <p:tags r:id="rId2"/>
            </p:custDataLst>
          </p:nvPr>
        </p:nvSpPr>
        <p:spPr>
          <a:xfrm>
            <a:off x="10841990" y="5400675"/>
            <a:ext cx="1350010" cy="1457325"/>
          </a:xfrm>
          <a:custGeom>
            <a:avLst/>
            <a:gdLst>
              <a:gd name="connsiteX0" fmla="*/ 1655408 w 2097843"/>
              <a:gd name="connsiteY0" fmla="*/ 0 h 2264232"/>
              <a:gd name="connsiteX1" fmla="*/ 1989031 w 2097843"/>
              <a:gd name="connsiteY1" fmla="*/ 33632 h 2264232"/>
              <a:gd name="connsiteX2" fmla="*/ 2097843 w 2097843"/>
              <a:gd name="connsiteY2" fmla="*/ 61611 h 2264232"/>
              <a:gd name="connsiteX3" fmla="*/ 2097843 w 2097843"/>
              <a:gd name="connsiteY3" fmla="*/ 2264232 h 2264232"/>
              <a:gd name="connsiteX4" fmla="*/ 117084 w 2097843"/>
              <a:gd name="connsiteY4" fmla="*/ 2264232 h 2264232"/>
              <a:gd name="connsiteX5" fmla="*/ 74424 w 2097843"/>
              <a:gd name="connsiteY5" fmla="*/ 2147676 h 2264232"/>
              <a:gd name="connsiteX6" fmla="*/ 0 w 2097843"/>
              <a:gd name="connsiteY6" fmla="*/ 1655408 h 2264232"/>
              <a:gd name="connsiteX7" fmla="*/ 1655408 w 2097843"/>
              <a:gd name="connsiteY7" fmla="*/ 0 h 22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7843" h="2264232">
                <a:moveTo>
                  <a:pt x="1655408" y="0"/>
                </a:moveTo>
                <a:cubicBezTo>
                  <a:pt x="1769690" y="0"/>
                  <a:pt x="1881268" y="11581"/>
                  <a:pt x="1989031" y="33632"/>
                </a:cubicBezTo>
                <a:lnTo>
                  <a:pt x="2097843" y="61611"/>
                </a:lnTo>
                <a:lnTo>
                  <a:pt x="2097843" y="2264232"/>
                </a:lnTo>
                <a:lnTo>
                  <a:pt x="117084" y="2264232"/>
                </a:lnTo>
                <a:lnTo>
                  <a:pt x="74424" y="2147676"/>
                </a:lnTo>
                <a:cubicBezTo>
                  <a:pt x="26056" y="1992169"/>
                  <a:pt x="0" y="1826831"/>
                  <a:pt x="0" y="1655408"/>
                </a:cubicBezTo>
                <a:cubicBezTo>
                  <a:pt x="0" y="741151"/>
                  <a:pt x="741151" y="0"/>
                  <a:pt x="1655408" y="0"/>
                </a:cubicBezTo>
                <a:close/>
              </a:path>
            </a:pathLst>
          </a:custGeom>
          <a:gradFill flip="none" rotWithShape="1">
            <a:gsLst>
              <a:gs pos="0">
                <a:schemeClr val="accent1"/>
              </a:gs>
              <a:gs pos="46000">
                <a:schemeClr val="accent2"/>
              </a:gs>
              <a:gs pos="100000">
                <a:schemeClr val="accent6"/>
              </a:gs>
            </a:gsLst>
            <a:path path="circle">
              <a:fillToRect l="100000" t="100000"/>
            </a:path>
            <a:tileRect r="-100000" b="-100000"/>
          </a:gra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任意多边形: 形状 16"/>
          <p:cNvSpPr/>
          <p:nvPr>
            <p:custDataLst>
              <p:tags r:id="rId3"/>
            </p:custDataLst>
          </p:nvPr>
        </p:nvSpPr>
        <p:spPr>
          <a:xfrm>
            <a:off x="0" y="0"/>
            <a:ext cx="2202180" cy="1774825"/>
          </a:xfrm>
          <a:custGeom>
            <a:avLst/>
            <a:gdLst>
              <a:gd name="connsiteX0" fmla="*/ 0 w 2593145"/>
              <a:gd name="connsiteY0" fmla="*/ 0 h 2089574"/>
              <a:gd name="connsiteX1" fmla="*/ 2585357 w 2593145"/>
              <a:gd name="connsiteY1" fmla="*/ 0 h 2089574"/>
              <a:gd name="connsiteX2" fmla="*/ 2593145 w 2593145"/>
              <a:gd name="connsiteY2" fmla="*/ 154244 h 2089574"/>
              <a:gd name="connsiteX3" fmla="*/ 657815 w 2593145"/>
              <a:gd name="connsiteY3" fmla="*/ 2089574 h 2089574"/>
              <a:gd name="connsiteX4" fmla="*/ 82307 w 2593145"/>
              <a:gd name="connsiteY4" fmla="*/ 2002566 h 2089574"/>
              <a:gd name="connsiteX5" fmla="*/ 0 w 2593145"/>
              <a:gd name="connsiteY5" fmla="*/ 1972441 h 208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3145" h="2089574">
                <a:moveTo>
                  <a:pt x="0" y="0"/>
                </a:moveTo>
                <a:lnTo>
                  <a:pt x="2585357" y="0"/>
                </a:lnTo>
                <a:lnTo>
                  <a:pt x="2593145" y="154244"/>
                </a:lnTo>
                <a:cubicBezTo>
                  <a:pt x="2593145" y="1223097"/>
                  <a:pt x="1726668" y="2089574"/>
                  <a:pt x="657815" y="2089574"/>
                </a:cubicBezTo>
                <a:cubicBezTo>
                  <a:pt x="457405" y="2089574"/>
                  <a:pt x="264110" y="2059112"/>
                  <a:pt x="82307" y="2002566"/>
                </a:cubicBezTo>
                <a:lnTo>
                  <a:pt x="0" y="1972441"/>
                </a:lnTo>
                <a:close/>
              </a:path>
            </a:pathLst>
          </a:custGeom>
          <a:solidFill>
            <a:schemeClr val="bg1"/>
          </a:soli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14" name="正文"/>
          <p:cNvSpPr txBox="1">
            <a:spLocks noGrp="1"/>
          </p:cNvSpPr>
          <p:nvPr>
            <p:ph idx="5" hasCustomPrompt="1"/>
            <p:custDataLst>
              <p:tags r:id="rId4"/>
            </p:custDataLst>
          </p:nvPr>
        </p:nvSpPr>
        <p:spPr>
          <a:xfrm>
            <a:off x="62352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13" name="标题"/>
          <p:cNvSpPr txBox="1">
            <a:spLocks noGrp="1"/>
          </p:cNvSpPr>
          <p:nvPr>
            <p:ph type="title" idx="4" hasCustomPrompt="1"/>
            <p:custDataLst>
              <p:tags r:id="rId5"/>
            </p:custDataLst>
          </p:nvPr>
        </p:nvSpPr>
        <p:spPr>
          <a:xfrm>
            <a:off x="62352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75000"/>
                    <a:lumOff val="25000"/>
                  </a:schemeClr>
                </a:solidFill>
                <a:latin typeface="+mj-lt"/>
              </a:defRPr>
            </a:lvl1pPr>
          </a:lstStyle>
          <a:p>
            <a:pPr lvl="0"/>
            <a:r>
              <a:rPr>
                <a:latin typeface="+mj-lt"/>
                <a:sym typeface="+mn-ea"/>
              </a:rPr>
              <a:t>Click to add title</a:t>
            </a:r>
            <a:endParaRPr>
              <a:sym typeface="+mn-ea"/>
            </a:endParaRPr>
          </a:p>
        </p:txBody>
      </p:sp>
      <p:sp>
        <p:nvSpPr>
          <p:cNvPr id="12" name="正文"/>
          <p:cNvSpPr txBox="1">
            <a:spLocks noGrp="1"/>
          </p:cNvSpPr>
          <p:nvPr>
            <p:ph idx="3" hasCustomPrompt="1"/>
            <p:custDataLst>
              <p:tags r:id="rId6"/>
            </p:custDataLst>
          </p:nvPr>
        </p:nvSpPr>
        <p:spPr>
          <a:xfrm>
            <a:off x="608400" y="1854000"/>
            <a:ext cx="5342400" cy="439560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11" name="标题"/>
          <p:cNvSpPr txBox="1">
            <a:spLocks noGrp="1"/>
          </p:cNvSpPr>
          <p:nvPr>
            <p:ph type="title" idx="2" hasCustomPrompt="1"/>
            <p:custDataLst>
              <p:tags r:id="rId7"/>
            </p:custDataLst>
          </p:nvPr>
        </p:nvSpPr>
        <p:spPr>
          <a:xfrm>
            <a:off x="608400" y="1429200"/>
            <a:ext cx="5342400" cy="400110"/>
          </a:xfrm>
          <a:prstGeom prst="rect">
            <a:avLst/>
          </a:prstGeom>
          <a:noFill/>
          <a:ln>
            <a:noFill/>
            <a:prstDash val="sysDash"/>
          </a:ln>
        </p:spPr>
        <p:txBody>
          <a:bodyPr wrap="square" rtlCol="0">
            <a:normAutofit/>
          </a:bodyPr>
          <a:lstStyle>
            <a:lvl1pPr marL="0" marR="0" algn="l" defTabSz="914400" rtl="0" eaLnBrk="1" fontAlgn="auto" latinLnBrk="0" hangingPunct="1">
              <a:lnSpc>
                <a:spcPct val="100000"/>
              </a:lnSpc>
              <a:buClrTx/>
              <a:buSzTx/>
              <a:buFontTx/>
              <a:buNone/>
              <a:defRPr kumimoji="0" lang="en-US" sz="2000" b="1" i="0" u="none" strike="noStrike" kern="1200" cap="none" spc="0" normalizeH="0" baseline="0" noProof="1" dirty="0">
                <a:solidFill>
                  <a:schemeClr val="tx1">
                    <a:lumMod val="75000"/>
                    <a:lumOff val="25000"/>
                  </a:schemeClr>
                </a:solidFill>
                <a:latin typeface="+mj-lt"/>
              </a:defRPr>
            </a:lvl1pPr>
          </a:lstStyle>
          <a:p>
            <a:pPr lvl="0"/>
            <a:r>
              <a:rPr dirty="0">
                <a:latin typeface="+mj-lt"/>
                <a:sym typeface="+mn-ea"/>
              </a:rPr>
              <a:t>Click to add title</a:t>
            </a:r>
            <a:endParaRPr dirty="0">
              <a:sym typeface="+mn-ea"/>
            </a:endParaRPr>
          </a:p>
        </p:txBody>
      </p:sp>
      <p:sp>
        <p:nvSpPr>
          <p:cNvPr id="10" name="标题"/>
          <p:cNvSpPr txBox="1">
            <a:spLocks noGrp="1"/>
          </p:cNvSpPr>
          <p:nvPr>
            <p:ph type="title" idx="1" hasCustomPrompt="1"/>
            <p:custDataLst>
              <p:tags r:id="rId8"/>
            </p:custDataLst>
          </p:nvPr>
        </p:nvSpPr>
        <p:spPr>
          <a:xfrm>
            <a:off x="607695" y="608330"/>
            <a:ext cx="10969625" cy="671195"/>
          </a:xfrm>
          <a:prstGeom prst="rect">
            <a:avLst/>
          </a:prstGeom>
          <a:noFill/>
        </p:spPr>
        <p:txBody>
          <a:bodyPr vert="horz" wrap="square" lIns="71755" tIns="0" rIns="0" bIns="0" rtlCol="0" anchor="b" anchorCtr="0">
            <a:normAutofit/>
          </a:bodyPr>
          <a:lstStyle>
            <a:lvl1pPr marL="0" marR="0" lvl="0" algn="l" defTabSz="914400" rtl="0" eaLnBrk="1" fontAlgn="auto" latinLnBrk="0" hangingPunct="1">
              <a:lnSpc>
                <a:spcPct val="100000"/>
              </a:lnSpc>
              <a:buClrTx/>
              <a:buSzTx/>
              <a:buFontTx/>
              <a:buNone/>
              <a:defRPr kumimoji="0" lang="en-US" sz="3600" b="1" i="0" u="none" strike="noStrike" kern="1200" cap="none" spc="0" normalizeH="0" baseline="0" noProof="1" dirty="0">
                <a:solidFill>
                  <a:schemeClr val="tx1">
                    <a:lumMod val="85000"/>
                    <a:lumOff val="15000"/>
                  </a:schemeClr>
                </a:solidFill>
                <a:latin typeface="+mj-lt"/>
                <a:sym typeface="+mn-ea"/>
              </a:defRPr>
            </a:lvl1pPr>
          </a:lstStyle>
          <a:p>
            <a:pPr lvl="0" algn="l">
              <a:buClrTx/>
              <a:buSzTx/>
              <a:buFontTx/>
            </a:pPr>
            <a:r>
              <a:rPr dirty="0">
                <a:latin typeface="+mj-lt"/>
                <a:sym typeface="+mn-ea"/>
              </a:rPr>
              <a:t>Click to add title</a:t>
            </a:r>
            <a:endParaRPr dirty="0">
              <a:sym typeface="+mn-ea"/>
            </a:endParaRPr>
          </a:p>
        </p:txBody>
      </p:sp>
      <p:sp>
        <p:nvSpPr>
          <p:cNvPr id="7" name="日期占位符 6"/>
          <p:cNvSpPr>
            <a:spLocks noGrp="1"/>
          </p:cNvSpPr>
          <p:nvPr>
            <p:ph type="dt" sz="half" idx="10"/>
            <p:custDataLst>
              <p:tags r:id="rId9"/>
            </p:custDataLst>
          </p:nvPr>
        </p:nvSpPr>
        <p:spPr>
          <a:xfrm>
            <a:off x="838200" y="6356350"/>
            <a:ext cx="2743200" cy="365125"/>
          </a:xfrm>
        </p:spPr>
        <p:txBody>
          <a:bodyPr/>
          <a:lstStyle/>
          <a:p>
            <a:r>
              <a:rPr lang="en-US"/>
              <a:t>Date Area</a:t>
            </a:r>
            <a:endParaRPr lang="en-US"/>
          </a:p>
        </p:txBody>
      </p:sp>
      <p:sp>
        <p:nvSpPr>
          <p:cNvPr id="8" name="页脚占位符 7"/>
          <p:cNvSpPr>
            <a:spLocks noGrp="1"/>
          </p:cNvSpPr>
          <p:nvPr>
            <p:ph type="ftr" sz="quarter" idx="11"/>
            <p:custDataLst>
              <p:tags r:id="rId10"/>
            </p:custDataLst>
          </p:nvPr>
        </p:nvSpPr>
        <p:spPr>
          <a:xfrm>
            <a:off x="4038600" y="6356350"/>
            <a:ext cx="4114800" cy="365125"/>
          </a:xfrm>
        </p:spPr>
        <p:txBody>
          <a:bodyPr/>
          <a:lstStyle/>
          <a:p>
            <a:endParaRPr lang="en-US"/>
          </a:p>
        </p:txBody>
      </p:sp>
      <p:sp>
        <p:nvSpPr>
          <p:cNvPr id="9" name="灯片编号占位符 8"/>
          <p:cNvSpPr>
            <a:spLocks noGrp="1"/>
          </p:cNvSpPr>
          <p:nvPr>
            <p:ph type="sldNum" sz="quarter" idx="12"/>
            <p:custDataLst>
              <p:tags r:id="rId11"/>
            </p:custDataLst>
          </p:nvPr>
        </p:nvSpPr>
        <p:spPr>
          <a:xfrm>
            <a:off x="8610600" y="6356350"/>
            <a:ext cx="2743200" cy="365125"/>
          </a:xfrm>
        </p:spPr>
        <p:txBody>
          <a:bodyPr/>
          <a:lstStyle/>
          <a:p>
            <a:fld id="{73127340-2293-49D2-96F1-6E7BF0C8FD9C}"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showMasterSp="0">
  <p:cSld name="Title Only">
    <p:spTree>
      <p:nvGrpSpPr>
        <p:cNvPr id="1" name=""/>
        <p:cNvGrpSpPr/>
        <p:nvPr/>
      </p:nvGrpSpPr>
      <p:grpSpPr>
        <a:xfrm>
          <a:off x="0" y="0"/>
          <a:ext cx="0" cy="0"/>
          <a:chOff x="0" y="0"/>
          <a:chExt cx="0" cy="0"/>
        </a:xfrm>
      </p:grpSpPr>
      <p:sp>
        <p:nvSpPr>
          <p:cNvPr id="8" name="任意多边形: 形状 2"/>
          <p:cNvSpPr/>
          <p:nvPr>
            <p:custDataLst>
              <p:tags r:id="rId2"/>
            </p:custDataLst>
          </p:nvPr>
        </p:nvSpPr>
        <p:spPr>
          <a:xfrm>
            <a:off x="10841990" y="5400675"/>
            <a:ext cx="1350010" cy="1457325"/>
          </a:xfrm>
          <a:custGeom>
            <a:avLst/>
            <a:gdLst>
              <a:gd name="connsiteX0" fmla="*/ 1655408 w 2097843"/>
              <a:gd name="connsiteY0" fmla="*/ 0 h 2264232"/>
              <a:gd name="connsiteX1" fmla="*/ 1989031 w 2097843"/>
              <a:gd name="connsiteY1" fmla="*/ 33632 h 2264232"/>
              <a:gd name="connsiteX2" fmla="*/ 2097843 w 2097843"/>
              <a:gd name="connsiteY2" fmla="*/ 61611 h 2264232"/>
              <a:gd name="connsiteX3" fmla="*/ 2097843 w 2097843"/>
              <a:gd name="connsiteY3" fmla="*/ 2264232 h 2264232"/>
              <a:gd name="connsiteX4" fmla="*/ 117084 w 2097843"/>
              <a:gd name="connsiteY4" fmla="*/ 2264232 h 2264232"/>
              <a:gd name="connsiteX5" fmla="*/ 74424 w 2097843"/>
              <a:gd name="connsiteY5" fmla="*/ 2147676 h 2264232"/>
              <a:gd name="connsiteX6" fmla="*/ 0 w 2097843"/>
              <a:gd name="connsiteY6" fmla="*/ 1655408 h 2264232"/>
              <a:gd name="connsiteX7" fmla="*/ 1655408 w 2097843"/>
              <a:gd name="connsiteY7" fmla="*/ 0 h 22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7843" h="2264232">
                <a:moveTo>
                  <a:pt x="1655408" y="0"/>
                </a:moveTo>
                <a:cubicBezTo>
                  <a:pt x="1769690" y="0"/>
                  <a:pt x="1881268" y="11581"/>
                  <a:pt x="1989031" y="33632"/>
                </a:cubicBezTo>
                <a:lnTo>
                  <a:pt x="2097843" y="61611"/>
                </a:lnTo>
                <a:lnTo>
                  <a:pt x="2097843" y="2264232"/>
                </a:lnTo>
                <a:lnTo>
                  <a:pt x="117084" y="2264232"/>
                </a:lnTo>
                <a:lnTo>
                  <a:pt x="74424" y="2147676"/>
                </a:lnTo>
                <a:cubicBezTo>
                  <a:pt x="26056" y="1992169"/>
                  <a:pt x="0" y="1826831"/>
                  <a:pt x="0" y="1655408"/>
                </a:cubicBezTo>
                <a:cubicBezTo>
                  <a:pt x="0" y="741151"/>
                  <a:pt x="741151" y="0"/>
                  <a:pt x="1655408" y="0"/>
                </a:cubicBezTo>
                <a:close/>
              </a:path>
            </a:pathLst>
          </a:custGeom>
          <a:gradFill flip="none" rotWithShape="1">
            <a:gsLst>
              <a:gs pos="0">
                <a:schemeClr val="accent1"/>
              </a:gs>
              <a:gs pos="46000">
                <a:schemeClr val="accent2"/>
              </a:gs>
              <a:gs pos="100000">
                <a:schemeClr val="accent6"/>
              </a:gs>
            </a:gsLst>
            <a:path path="circle">
              <a:fillToRect l="100000" t="100000"/>
            </a:path>
            <a:tileRect r="-100000" b="-100000"/>
          </a:gra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任意多边形: 形状 16"/>
          <p:cNvSpPr/>
          <p:nvPr>
            <p:custDataLst>
              <p:tags r:id="rId3"/>
            </p:custDataLst>
          </p:nvPr>
        </p:nvSpPr>
        <p:spPr>
          <a:xfrm>
            <a:off x="0" y="0"/>
            <a:ext cx="2202180" cy="1774825"/>
          </a:xfrm>
          <a:custGeom>
            <a:avLst/>
            <a:gdLst>
              <a:gd name="connsiteX0" fmla="*/ 0 w 2593145"/>
              <a:gd name="connsiteY0" fmla="*/ 0 h 2089574"/>
              <a:gd name="connsiteX1" fmla="*/ 2585357 w 2593145"/>
              <a:gd name="connsiteY1" fmla="*/ 0 h 2089574"/>
              <a:gd name="connsiteX2" fmla="*/ 2593145 w 2593145"/>
              <a:gd name="connsiteY2" fmla="*/ 154244 h 2089574"/>
              <a:gd name="connsiteX3" fmla="*/ 657815 w 2593145"/>
              <a:gd name="connsiteY3" fmla="*/ 2089574 h 2089574"/>
              <a:gd name="connsiteX4" fmla="*/ 82307 w 2593145"/>
              <a:gd name="connsiteY4" fmla="*/ 2002566 h 2089574"/>
              <a:gd name="connsiteX5" fmla="*/ 0 w 2593145"/>
              <a:gd name="connsiteY5" fmla="*/ 1972441 h 208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3145" h="2089574">
                <a:moveTo>
                  <a:pt x="0" y="0"/>
                </a:moveTo>
                <a:lnTo>
                  <a:pt x="2585357" y="0"/>
                </a:lnTo>
                <a:lnTo>
                  <a:pt x="2593145" y="154244"/>
                </a:lnTo>
                <a:cubicBezTo>
                  <a:pt x="2593145" y="1223097"/>
                  <a:pt x="1726668" y="2089574"/>
                  <a:pt x="657815" y="2089574"/>
                </a:cubicBezTo>
                <a:cubicBezTo>
                  <a:pt x="457405" y="2089574"/>
                  <a:pt x="264110" y="2059112"/>
                  <a:pt x="82307" y="2002566"/>
                </a:cubicBezTo>
                <a:lnTo>
                  <a:pt x="0" y="1972441"/>
                </a:lnTo>
                <a:close/>
              </a:path>
            </a:pathLst>
          </a:custGeom>
          <a:solidFill>
            <a:schemeClr val="bg1"/>
          </a:soli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6" name="标题"/>
          <p:cNvSpPr txBox="1">
            <a:spLocks noGrp="1"/>
          </p:cNvSpPr>
          <p:nvPr>
            <p:ph type="title" idx="1" hasCustomPrompt="1"/>
            <p:custDataLst>
              <p:tags r:id="rId4"/>
            </p:custDataLst>
          </p:nvPr>
        </p:nvSpPr>
        <p:spPr>
          <a:xfrm>
            <a:off x="607695" y="608330"/>
            <a:ext cx="10969625" cy="671195"/>
          </a:xfrm>
          <a:prstGeom prst="rect">
            <a:avLst/>
          </a:prstGeom>
          <a:noFill/>
        </p:spPr>
        <p:txBody>
          <a:bodyPr vert="horz" wrap="square" lIns="71755" tIns="0" rIns="0" bIns="0" rtlCol="0" anchor="b" anchorCtr="0">
            <a:normAutofit/>
          </a:bodyPr>
          <a:lstStyle>
            <a:lvl1pPr marL="0" marR="0" lvl="0" algn="l" defTabSz="914400" rtl="0" eaLnBrk="1" fontAlgn="auto" latinLnBrk="0" hangingPunct="1">
              <a:lnSpc>
                <a:spcPct val="100000"/>
              </a:lnSpc>
              <a:buClrTx/>
              <a:buSzTx/>
              <a:buFontTx/>
              <a:buNone/>
              <a:defRPr kumimoji="0" lang="en-US" sz="3600" b="1" i="0" u="none" strike="noStrike" kern="1200" cap="none" spc="0" normalizeH="0" baseline="0" noProof="1" dirty="0">
                <a:solidFill>
                  <a:schemeClr val="tx1">
                    <a:lumMod val="85000"/>
                    <a:lumOff val="15000"/>
                  </a:schemeClr>
                </a:solidFill>
                <a:latin typeface="+mj-lt"/>
                <a:sym typeface="+mn-ea"/>
              </a:defRPr>
            </a:lvl1pPr>
          </a:lstStyle>
          <a:p>
            <a:pPr lvl="0" algn="l">
              <a:buClrTx/>
              <a:buSzTx/>
              <a:buFontTx/>
            </a:pPr>
            <a:r>
              <a:rPr dirty="0">
                <a:latin typeface="+mj-lt"/>
                <a:sym typeface="+mn-ea"/>
              </a:rPr>
              <a:t>Click to add title</a:t>
            </a:r>
            <a:endParaRPr dirty="0">
              <a:sym typeface="+mn-ea"/>
            </a:endParaRPr>
          </a:p>
        </p:txBody>
      </p:sp>
      <p:sp>
        <p:nvSpPr>
          <p:cNvPr id="3" name="日期占位符 2"/>
          <p:cNvSpPr>
            <a:spLocks noGrp="1"/>
          </p:cNvSpPr>
          <p:nvPr>
            <p:ph type="dt" sz="half" idx="10"/>
            <p:custDataLst>
              <p:tags r:id="rId5"/>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6"/>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7"/>
            </p:custDataLst>
          </p:nvPr>
        </p:nvSpPr>
        <p:spPr>
          <a:xfrm>
            <a:off x="8610600" y="6356350"/>
            <a:ext cx="2743200" cy="365125"/>
          </a:xfrm>
        </p:spPr>
        <p:txBody>
          <a:bodyPr/>
          <a:lstStyle/>
          <a:p>
            <a:fld id="{73127340-2293-49D2-96F1-6E7BF0C8FD9C}"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8" name="任意多边形: 形状 16"/>
          <p:cNvSpPr/>
          <p:nvPr>
            <p:custDataLst>
              <p:tags r:id="rId2"/>
            </p:custDataLst>
          </p:nvPr>
        </p:nvSpPr>
        <p:spPr>
          <a:xfrm>
            <a:off x="0" y="0"/>
            <a:ext cx="1666875" cy="1343660"/>
          </a:xfrm>
          <a:custGeom>
            <a:avLst/>
            <a:gdLst>
              <a:gd name="connsiteX0" fmla="*/ 0 w 2593145"/>
              <a:gd name="connsiteY0" fmla="*/ 0 h 2089574"/>
              <a:gd name="connsiteX1" fmla="*/ 2585357 w 2593145"/>
              <a:gd name="connsiteY1" fmla="*/ 0 h 2089574"/>
              <a:gd name="connsiteX2" fmla="*/ 2593145 w 2593145"/>
              <a:gd name="connsiteY2" fmla="*/ 154244 h 2089574"/>
              <a:gd name="connsiteX3" fmla="*/ 657815 w 2593145"/>
              <a:gd name="connsiteY3" fmla="*/ 2089574 h 2089574"/>
              <a:gd name="connsiteX4" fmla="*/ 82307 w 2593145"/>
              <a:gd name="connsiteY4" fmla="*/ 2002566 h 2089574"/>
              <a:gd name="connsiteX5" fmla="*/ 0 w 2593145"/>
              <a:gd name="connsiteY5" fmla="*/ 1972441 h 208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3145" h="2089574">
                <a:moveTo>
                  <a:pt x="0" y="0"/>
                </a:moveTo>
                <a:lnTo>
                  <a:pt x="2585357" y="0"/>
                </a:lnTo>
                <a:lnTo>
                  <a:pt x="2593145" y="154244"/>
                </a:lnTo>
                <a:cubicBezTo>
                  <a:pt x="2593145" y="1223097"/>
                  <a:pt x="1726668" y="2089574"/>
                  <a:pt x="657815" y="2089574"/>
                </a:cubicBezTo>
                <a:cubicBezTo>
                  <a:pt x="457405" y="2089574"/>
                  <a:pt x="264110" y="2059112"/>
                  <a:pt x="82307" y="2002566"/>
                </a:cubicBezTo>
                <a:lnTo>
                  <a:pt x="0" y="1972441"/>
                </a:lnTo>
                <a:close/>
              </a:path>
            </a:pathLst>
          </a:custGeom>
          <a:solidFill>
            <a:schemeClr val="bg1"/>
          </a:soli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9" name="任意多边形: 形状 2"/>
          <p:cNvSpPr/>
          <p:nvPr>
            <p:custDataLst>
              <p:tags r:id="rId3"/>
            </p:custDataLst>
          </p:nvPr>
        </p:nvSpPr>
        <p:spPr>
          <a:xfrm>
            <a:off x="10841990" y="5400675"/>
            <a:ext cx="1350010" cy="1457325"/>
          </a:xfrm>
          <a:custGeom>
            <a:avLst/>
            <a:gdLst>
              <a:gd name="connsiteX0" fmla="*/ 1655408 w 2097843"/>
              <a:gd name="connsiteY0" fmla="*/ 0 h 2264232"/>
              <a:gd name="connsiteX1" fmla="*/ 1989031 w 2097843"/>
              <a:gd name="connsiteY1" fmla="*/ 33632 h 2264232"/>
              <a:gd name="connsiteX2" fmla="*/ 2097843 w 2097843"/>
              <a:gd name="connsiteY2" fmla="*/ 61611 h 2264232"/>
              <a:gd name="connsiteX3" fmla="*/ 2097843 w 2097843"/>
              <a:gd name="connsiteY3" fmla="*/ 2264232 h 2264232"/>
              <a:gd name="connsiteX4" fmla="*/ 117084 w 2097843"/>
              <a:gd name="connsiteY4" fmla="*/ 2264232 h 2264232"/>
              <a:gd name="connsiteX5" fmla="*/ 74424 w 2097843"/>
              <a:gd name="connsiteY5" fmla="*/ 2147676 h 2264232"/>
              <a:gd name="connsiteX6" fmla="*/ 0 w 2097843"/>
              <a:gd name="connsiteY6" fmla="*/ 1655408 h 2264232"/>
              <a:gd name="connsiteX7" fmla="*/ 1655408 w 2097843"/>
              <a:gd name="connsiteY7" fmla="*/ 0 h 22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7843" h="2264232">
                <a:moveTo>
                  <a:pt x="1655408" y="0"/>
                </a:moveTo>
                <a:cubicBezTo>
                  <a:pt x="1769690" y="0"/>
                  <a:pt x="1881268" y="11581"/>
                  <a:pt x="1989031" y="33632"/>
                </a:cubicBezTo>
                <a:lnTo>
                  <a:pt x="2097843" y="61611"/>
                </a:lnTo>
                <a:lnTo>
                  <a:pt x="2097843" y="2264232"/>
                </a:lnTo>
                <a:lnTo>
                  <a:pt x="117084" y="2264232"/>
                </a:lnTo>
                <a:lnTo>
                  <a:pt x="74424" y="2147676"/>
                </a:lnTo>
                <a:cubicBezTo>
                  <a:pt x="26056" y="1992169"/>
                  <a:pt x="0" y="1826831"/>
                  <a:pt x="0" y="1655408"/>
                </a:cubicBezTo>
                <a:cubicBezTo>
                  <a:pt x="0" y="741151"/>
                  <a:pt x="741151" y="0"/>
                  <a:pt x="1655408" y="0"/>
                </a:cubicBezTo>
                <a:close/>
              </a:path>
            </a:pathLst>
          </a:custGeom>
          <a:gradFill flip="none" rotWithShape="1">
            <a:gsLst>
              <a:gs pos="0">
                <a:schemeClr val="accent1"/>
              </a:gs>
              <a:gs pos="46000">
                <a:schemeClr val="accent2"/>
              </a:gs>
              <a:gs pos="100000">
                <a:schemeClr val="accent6"/>
              </a:gs>
            </a:gsLst>
            <a:path path="circle">
              <a:fillToRect l="100000" t="100000"/>
            </a:path>
            <a:tileRect r="-100000" b="-100000"/>
          </a:gra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日期占位符 1"/>
          <p:cNvSpPr>
            <a:spLocks noGrp="1"/>
          </p:cNvSpPr>
          <p:nvPr>
            <p:ph type="dt" sz="half" idx="10"/>
            <p:custDataLst>
              <p:tags r:id="rId4"/>
            </p:custDataLst>
          </p:nvPr>
        </p:nvSpPr>
        <p:spPr/>
        <p:txBody>
          <a:bodyPr/>
          <a:lstStyle/>
          <a:p>
            <a:r>
              <a:rPr lang="en-US"/>
              <a:t>Date Area</a:t>
            </a:r>
            <a:endParaRPr lang="en-US"/>
          </a:p>
        </p:txBody>
      </p:sp>
      <p:sp>
        <p:nvSpPr>
          <p:cNvPr id="3" name="页脚占位符 2"/>
          <p:cNvSpPr>
            <a:spLocks noGrp="1"/>
          </p:cNvSpPr>
          <p:nvPr>
            <p:ph type="ftr" sz="quarter" idx="11"/>
            <p:custDataLst>
              <p:tags r:id="rId5"/>
            </p:custDataLst>
          </p:nvPr>
        </p:nvSpPr>
        <p:spPr/>
        <p:txBody>
          <a:bodyPr/>
          <a:lstStyle/>
          <a:p>
            <a:endParaRPr lang="en-US"/>
          </a:p>
        </p:txBody>
      </p:sp>
      <p:sp>
        <p:nvSpPr>
          <p:cNvPr id="4" name="灯片编号占位符 3"/>
          <p:cNvSpPr>
            <a:spLocks noGrp="1"/>
          </p:cNvSpPr>
          <p:nvPr>
            <p:ph type="sldNum" sz="quarter" idx="12"/>
            <p:custDataLst>
              <p:tags r:id="rId6"/>
            </p:custDataLst>
          </p:nvPr>
        </p:nvSpPr>
        <p:spPr/>
        <p:txBody>
          <a:bodyPr/>
          <a:lstStyle/>
          <a:p>
            <a:fld id="{73127340-2293-49D2-96F1-6E7BF0C8FD9C}"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showMasterSp="0">
  <p:cSld name="Content Only">
    <p:spTree>
      <p:nvGrpSpPr>
        <p:cNvPr id="1" name=""/>
        <p:cNvGrpSpPr/>
        <p:nvPr/>
      </p:nvGrpSpPr>
      <p:grpSpPr>
        <a:xfrm>
          <a:off x="0" y="0"/>
          <a:ext cx="0" cy="0"/>
          <a:chOff x="0" y="0"/>
          <a:chExt cx="0" cy="0"/>
        </a:xfrm>
      </p:grpSpPr>
      <p:sp>
        <p:nvSpPr>
          <p:cNvPr id="9" name="任意多边形: 形状 2"/>
          <p:cNvSpPr/>
          <p:nvPr>
            <p:custDataLst>
              <p:tags r:id="rId2"/>
            </p:custDataLst>
          </p:nvPr>
        </p:nvSpPr>
        <p:spPr>
          <a:xfrm>
            <a:off x="10841990" y="5400675"/>
            <a:ext cx="1350010" cy="1457325"/>
          </a:xfrm>
          <a:custGeom>
            <a:avLst/>
            <a:gdLst>
              <a:gd name="connsiteX0" fmla="*/ 1655408 w 2097843"/>
              <a:gd name="connsiteY0" fmla="*/ 0 h 2264232"/>
              <a:gd name="connsiteX1" fmla="*/ 1989031 w 2097843"/>
              <a:gd name="connsiteY1" fmla="*/ 33632 h 2264232"/>
              <a:gd name="connsiteX2" fmla="*/ 2097843 w 2097843"/>
              <a:gd name="connsiteY2" fmla="*/ 61611 h 2264232"/>
              <a:gd name="connsiteX3" fmla="*/ 2097843 w 2097843"/>
              <a:gd name="connsiteY3" fmla="*/ 2264232 h 2264232"/>
              <a:gd name="connsiteX4" fmla="*/ 117084 w 2097843"/>
              <a:gd name="connsiteY4" fmla="*/ 2264232 h 2264232"/>
              <a:gd name="connsiteX5" fmla="*/ 74424 w 2097843"/>
              <a:gd name="connsiteY5" fmla="*/ 2147676 h 2264232"/>
              <a:gd name="connsiteX6" fmla="*/ 0 w 2097843"/>
              <a:gd name="connsiteY6" fmla="*/ 1655408 h 2264232"/>
              <a:gd name="connsiteX7" fmla="*/ 1655408 w 2097843"/>
              <a:gd name="connsiteY7" fmla="*/ 0 h 22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7843" h="2264232">
                <a:moveTo>
                  <a:pt x="1655408" y="0"/>
                </a:moveTo>
                <a:cubicBezTo>
                  <a:pt x="1769690" y="0"/>
                  <a:pt x="1881268" y="11581"/>
                  <a:pt x="1989031" y="33632"/>
                </a:cubicBezTo>
                <a:lnTo>
                  <a:pt x="2097843" y="61611"/>
                </a:lnTo>
                <a:lnTo>
                  <a:pt x="2097843" y="2264232"/>
                </a:lnTo>
                <a:lnTo>
                  <a:pt x="117084" y="2264232"/>
                </a:lnTo>
                <a:lnTo>
                  <a:pt x="74424" y="2147676"/>
                </a:lnTo>
                <a:cubicBezTo>
                  <a:pt x="26056" y="1992169"/>
                  <a:pt x="0" y="1826831"/>
                  <a:pt x="0" y="1655408"/>
                </a:cubicBezTo>
                <a:cubicBezTo>
                  <a:pt x="0" y="741151"/>
                  <a:pt x="741151" y="0"/>
                  <a:pt x="1655408" y="0"/>
                </a:cubicBezTo>
                <a:close/>
              </a:path>
            </a:pathLst>
          </a:custGeom>
          <a:gradFill flip="none" rotWithShape="1">
            <a:gsLst>
              <a:gs pos="0">
                <a:schemeClr val="accent1"/>
              </a:gs>
              <a:gs pos="46000">
                <a:schemeClr val="accent2"/>
              </a:gs>
              <a:gs pos="100000">
                <a:schemeClr val="accent6"/>
              </a:gs>
            </a:gsLst>
            <a:path path="circle">
              <a:fillToRect l="100000" t="100000"/>
            </a:path>
            <a:tileRect r="-100000" b="-100000"/>
          </a:gra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 name="任意多边形: 形状 16"/>
          <p:cNvSpPr/>
          <p:nvPr>
            <p:custDataLst>
              <p:tags r:id="rId3"/>
            </p:custDataLst>
          </p:nvPr>
        </p:nvSpPr>
        <p:spPr>
          <a:xfrm>
            <a:off x="0" y="0"/>
            <a:ext cx="1666875" cy="1343660"/>
          </a:xfrm>
          <a:custGeom>
            <a:avLst/>
            <a:gdLst>
              <a:gd name="connsiteX0" fmla="*/ 0 w 2593145"/>
              <a:gd name="connsiteY0" fmla="*/ 0 h 2089574"/>
              <a:gd name="connsiteX1" fmla="*/ 2585357 w 2593145"/>
              <a:gd name="connsiteY1" fmla="*/ 0 h 2089574"/>
              <a:gd name="connsiteX2" fmla="*/ 2593145 w 2593145"/>
              <a:gd name="connsiteY2" fmla="*/ 154244 h 2089574"/>
              <a:gd name="connsiteX3" fmla="*/ 657815 w 2593145"/>
              <a:gd name="connsiteY3" fmla="*/ 2089574 h 2089574"/>
              <a:gd name="connsiteX4" fmla="*/ 82307 w 2593145"/>
              <a:gd name="connsiteY4" fmla="*/ 2002566 h 2089574"/>
              <a:gd name="connsiteX5" fmla="*/ 0 w 2593145"/>
              <a:gd name="connsiteY5" fmla="*/ 1972441 h 208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3145" h="2089574">
                <a:moveTo>
                  <a:pt x="0" y="0"/>
                </a:moveTo>
                <a:lnTo>
                  <a:pt x="2585357" y="0"/>
                </a:lnTo>
                <a:lnTo>
                  <a:pt x="2593145" y="154244"/>
                </a:lnTo>
                <a:cubicBezTo>
                  <a:pt x="2593145" y="1223097"/>
                  <a:pt x="1726668" y="2089574"/>
                  <a:pt x="657815" y="2089574"/>
                </a:cubicBezTo>
                <a:cubicBezTo>
                  <a:pt x="457405" y="2089574"/>
                  <a:pt x="264110" y="2059112"/>
                  <a:pt x="82307" y="2002566"/>
                </a:cubicBezTo>
                <a:lnTo>
                  <a:pt x="0" y="1972441"/>
                </a:lnTo>
                <a:close/>
              </a:path>
            </a:pathLst>
          </a:custGeom>
          <a:solidFill>
            <a:schemeClr val="bg1"/>
          </a:soli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7" name="正文"/>
          <p:cNvSpPr txBox="1">
            <a:spLocks noGrp="1"/>
          </p:cNvSpPr>
          <p:nvPr>
            <p:ph idx="1" hasCustomPrompt="1"/>
            <p:custDataLst>
              <p:tags r:id="rId4"/>
            </p:custDataLst>
          </p:nvPr>
        </p:nvSpPr>
        <p:spPr>
          <a:xfrm>
            <a:off x="695960" y="360045"/>
            <a:ext cx="10801985" cy="5817870"/>
          </a:xfrm>
          <a:prstGeom prst="rect">
            <a:avLst/>
          </a:prstGeom>
          <a:ln>
            <a:noFill/>
            <a:prstDash val="sysDash"/>
          </a:ln>
        </p:spPr>
        <p:txBody>
          <a:bodyPr vert="horz" lIns="90000" tIns="46800" rIns="90000" bIns="46800" rtlCol="0">
            <a:normAutofit/>
          </a:bodyPr>
          <a:lstStyle>
            <a:lvl1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defRPr kumimoji="0" lang="en-US" sz="1800" b="0" i="0" u="none" strike="noStrike" kern="1200" cap="none" spc="0" normalizeH="0" baseline="0" noProof="1" dirty="0">
                <a:ln>
                  <a:noFill/>
                  <a:prstDash val="sysDot"/>
                </a:ln>
                <a:solidFill>
                  <a:schemeClr val="tx1">
                    <a:lumMod val="75000"/>
                    <a:lumOff val="25000"/>
                  </a:schemeClr>
                </a:solidFill>
                <a:uFillTx/>
                <a:latin typeface="+mn-lt"/>
                <a:sym typeface="+mn-ea"/>
              </a:defRPr>
            </a:lvl1pPr>
            <a:lvl2pPr marL="685800" marR="0" lvl="1" indent="-228600" fontAlgn="auto">
              <a:lnSpc>
                <a:spcPct val="120000"/>
              </a:lnSpc>
              <a:spcBef>
                <a:spcPts val="0"/>
              </a:spcBef>
              <a:spcAft>
                <a:spcPts val="600"/>
              </a:spcAft>
              <a:buFont typeface="Arial" panose="020B0604020202020204" pitchFamily="34" charset="0"/>
              <a:buChar char="●"/>
              <a:tabLst>
                <a:tab pos="1609725" algn="l"/>
              </a:tabLst>
              <a:defRPr kumimoji="0" sz="1600" b="0" i="0" u="none" strike="noStrike" cap="none" spc="150" normalizeH="0" baseline="0">
                <a:solidFill>
                  <a:schemeClr val="tx1">
                    <a:lumMod val="50000"/>
                    <a:lumOff val="50000"/>
                  </a:schemeClr>
                </a:solidFill>
                <a:uFillTx/>
                <a:latin typeface="+mn-lt"/>
              </a:defRPr>
            </a:lvl2pPr>
            <a:lvl3pPr marL="1143000" marR="0" lvl="2" indent="-228600" fontAlgn="auto">
              <a:lnSpc>
                <a:spcPct val="120000"/>
              </a:lnSpc>
              <a:spcBef>
                <a:spcPts val="0"/>
              </a:spcBef>
              <a:spcAft>
                <a:spcPts val="600"/>
              </a:spcAft>
              <a:buFont typeface="Arial" panose="020B0604020202020204" pitchFamily="34" charset="0"/>
              <a:buChar char="●"/>
              <a:defRPr kumimoji="0" sz="1600" b="0" i="0" u="none" strike="noStrike" cap="none" spc="150" normalizeH="0" baseline="0">
                <a:solidFill>
                  <a:schemeClr val="tx1">
                    <a:lumMod val="50000"/>
                    <a:lumOff val="50000"/>
                  </a:schemeClr>
                </a:solidFill>
                <a:uFillTx/>
                <a:latin typeface="+mn-lt"/>
              </a:defRPr>
            </a:lvl3pPr>
            <a:lvl4pPr marL="1600200" marR="0" lvl="3" indent="-228600" fontAlgn="auto">
              <a:lnSpc>
                <a:spcPct val="120000"/>
              </a:lnSpc>
              <a:spcBef>
                <a:spcPts val="0"/>
              </a:spcBef>
              <a:spcAft>
                <a:spcPts val="300"/>
              </a:spcAft>
              <a:buFont typeface="Wingdings" panose="05000000000000000000" charset="0"/>
              <a:buChar char=""/>
              <a:defRPr kumimoji="0" sz="1400" b="0" i="0" u="none" strike="noStrike" cap="none" spc="150" normalizeH="0" baseline="0">
                <a:solidFill>
                  <a:schemeClr val="tx1">
                    <a:lumMod val="50000"/>
                    <a:lumOff val="50000"/>
                  </a:schemeClr>
                </a:solidFill>
                <a:uFillTx/>
                <a:latin typeface="+mn-lt"/>
              </a:defRPr>
            </a:lvl4pPr>
            <a:lvl5pPr marL="2057400" marR="0" lvl="4" indent="-228600" fontAlgn="auto">
              <a:lnSpc>
                <a:spcPct val="120000"/>
              </a:lnSpc>
              <a:spcBef>
                <a:spcPts val="0"/>
              </a:spcBef>
              <a:spcAft>
                <a:spcPts val="300"/>
              </a:spcAft>
              <a:buFont typeface="Arial" panose="020B0604020202020204" pitchFamily="34" charset="0"/>
              <a:buChar char="•"/>
              <a:defRPr kumimoji="0" sz="1400" b="0" i="0" u="none" strike="noStrike" cap="none" spc="150" normalizeH="0" baseline="0">
                <a:solidFill>
                  <a:schemeClr val="tx1">
                    <a:lumMod val="50000"/>
                    <a:lumOff val="50000"/>
                  </a:schemeClr>
                </a:solidFill>
                <a:uFillTx/>
                <a:latin typeface="+mn-lt"/>
              </a:defRPr>
            </a:lvl5pPr>
            <a:lvl6pPr indent="0">
              <a:lnSpc>
                <a:spcPct val="90000"/>
              </a:lnSpc>
              <a:spcBef>
                <a:spcPts val="500"/>
              </a:spcBef>
              <a:buFont typeface="Arial" panose="020B0604020202020204" pitchFamily="34" charset="0"/>
              <a:buNone/>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dirty="0">
                <a:latin typeface="+mn-lt"/>
                <a:sym typeface="+mn-ea"/>
              </a:rPr>
              <a:t>Click to add text</a:t>
            </a:r>
            <a:endParaRPr dirty="0">
              <a:sym typeface="+mn-ea"/>
            </a:endParaRPr>
          </a:p>
        </p:txBody>
      </p:sp>
      <p:sp>
        <p:nvSpPr>
          <p:cNvPr id="4" name="日期占位符 3"/>
          <p:cNvSpPr>
            <a:spLocks noGrp="1"/>
          </p:cNvSpPr>
          <p:nvPr>
            <p:ph type="dt" sz="half" idx="10"/>
            <p:custDataLst>
              <p:tags r:id="rId5"/>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6"/>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7"/>
            </p:custDataLst>
          </p:nvPr>
        </p:nvSpPr>
        <p:spPr>
          <a:xfrm>
            <a:off x="8610600" y="6356350"/>
            <a:ext cx="2743200" cy="365125"/>
          </a:xfrm>
        </p:spPr>
        <p:txBody>
          <a:bodyPr/>
          <a:lstStyle/>
          <a:p>
            <a:fld id="{73127340-2293-49D2-96F1-6E7BF0C8FD9C}"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showMasterSp="0">
  <p:cSld name="Title and Subtitle">
    <p:spTree>
      <p:nvGrpSpPr>
        <p:cNvPr id="1" name=""/>
        <p:cNvGrpSpPr/>
        <p:nvPr/>
      </p:nvGrpSpPr>
      <p:grpSpPr>
        <a:xfrm>
          <a:off x="0" y="0"/>
          <a:ext cx="0" cy="0"/>
          <a:chOff x="0" y="0"/>
          <a:chExt cx="0" cy="0"/>
        </a:xfrm>
      </p:grpSpPr>
      <p:sp>
        <p:nvSpPr>
          <p:cNvPr id="8" name="任意多边形: 形状 2"/>
          <p:cNvSpPr/>
          <p:nvPr>
            <p:custDataLst>
              <p:tags r:id="rId2"/>
            </p:custDataLst>
          </p:nvPr>
        </p:nvSpPr>
        <p:spPr>
          <a:xfrm>
            <a:off x="10841990" y="5400675"/>
            <a:ext cx="1350010" cy="1457325"/>
          </a:xfrm>
          <a:custGeom>
            <a:avLst/>
            <a:gdLst>
              <a:gd name="connsiteX0" fmla="*/ 1655408 w 2097843"/>
              <a:gd name="connsiteY0" fmla="*/ 0 h 2264232"/>
              <a:gd name="connsiteX1" fmla="*/ 1989031 w 2097843"/>
              <a:gd name="connsiteY1" fmla="*/ 33632 h 2264232"/>
              <a:gd name="connsiteX2" fmla="*/ 2097843 w 2097843"/>
              <a:gd name="connsiteY2" fmla="*/ 61611 h 2264232"/>
              <a:gd name="connsiteX3" fmla="*/ 2097843 w 2097843"/>
              <a:gd name="connsiteY3" fmla="*/ 2264232 h 2264232"/>
              <a:gd name="connsiteX4" fmla="*/ 117084 w 2097843"/>
              <a:gd name="connsiteY4" fmla="*/ 2264232 h 2264232"/>
              <a:gd name="connsiteX5" fmla="*/ 74424 w 2097843"/>
              <a:gd name="connsiteY5" fmla="*/ 2147676 h 2264232"/>
              <a:gd name="connsiteX6" fmla="*/ 0 w 2097843"/>
              <a:gd name="connsiteY6" fmla="*/ 1655408 h 2264232"/>
              <a:gd name="connsiteX7" fmla="*/ 1655408 w 2097843"/>
              <a:gd name="connsiteY7" fmla="*/ 0 h 22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7843" h="2264232">
                <a:moveTo>
                  <a:pt x="1655408" y="0"/>
                </a:moveTo>
                <a:cubicBezTo>
                  <a:pt x="1769690" y="0"/>
                  <a:pt x="1881268" y="11581"/>
                  <a:pt x="1989031" y="33632"/>
                </a:cubicBezTo>
                <a:lnTo>
                  <a:pt x="2097843" y="61611"/>
                </a:lnTo>
                <a:lnTo>
                  <a:pt x="2097843" y="2264232"/>
                </a:lnTo>
                <a:lnTo>
                  <a:pt x="117084" y="2264232"/>
                </a:lnTo>
                <a:lnTo>
                  <a:pt x="74424" y="2147676"/>
                </a:lnTo>
                <a:cubicBezTo>
                  <a:pt x="26056" y="1992169"/>
                  <a:pt x="0" y="1826831"/>
                  <a:pt x="0" y="1655408"/>
                </a:cubicBezTo>
                <a:cubicBezTo>
                  <a:pt x="0" y="741151"/>
                  <a:pt x="741151" y="0"/>
                  <a:pt x="1655408" y="0"/>
                </a:cubicBezTo>
                <a:close/>
              </a:path>
            </a:pathLst>
          </a:custGeom>
          <a:gradFill flip="none" rotWithShape="1">
            <a:gsLst>
              <a:gs pos="0">
                <a:schemeClr val="accent1"/>
              </a:gs>
              <a:gs pos="46000">
                <a:schemeClr val="accent2"/>
              </a:gs>
              <a:gs pos="100000">
                <a:schemeClr val="accent6"/>
              </a:gs>
            </a:gsLst>
            <a:path path="circle">
              <a:fillToRect l="100000" t="100000"/>
            </a:path>
            <a:tileRect r="-100000" b="-100000"/>
          </a:gra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任意多边形: 形状 16"/>
          <p:cNvSpPr/>
          <p:nvPr>
            <p:custDataLst>
              <p:tags r:id="rId3"/>
            </p:custDataLst>
          </p:nvPr>
        </p:nvSpPr>
        <p:spPr>
          <a:xfrm>
            <a:off x="0" y="0"/>
            <a:ext cx="2202180" cy="1774825"/>
          </a:xfrm>
          <a:custGeom>
            <a:avLst/>
            <a:gdLst>
              <a:gd name="connsiteX0" fmla="*/ 0 w 2593145"/>
              <a:gd name="connsiteY0" fmla="*/ 0 h 2089574"/>
              <a:gd name="connsiteX1" fmla="*/ 2585357 w 2593145"/>
              <a:gd name="connsiteY1" fmla="*/ 0 h 2089574"/>
              <a:gd name="connsiteX2" fmla="*/ 2593145 w 2593145"/>
              <a:gd name="connsiteY2" fmla="*/ 154244 h 2089574"/>
              <a:gd name="connsiteX3" fmla="*/ 657815 w 2593145"/>
              <a:gd name="connsiteY3" fmla="*/ 2089574 h 2089574"/>
              <a:gd name="connsiteX4" fmla="*/ 82307 w 2593145"/>
              <a:gd name="connsiteY4" fmla="*/ 2002566 h 2089574"/>
              <a:gd name="connsiteX5" fmla="*/ 0 w 2593145"/>
              <a:gd name="connsiteY5" fmla="*/ 1972441 h 208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3145" h="2089574">
                <a:moveTo>
                  <a:pt x="0" y="0"/>
                </a:moveTo>
                <a:lnTo>
                  <a:pt x="2585357" y="0"/>
                </a:lnTo>
                <a:lnTo>
                  <a:pt x="2593145" y="154244"/>
                </a:lnTo>
                <a:cubicBezTo>
                  <a:pt x="2593145" y="1223097"/>
                  <a:pt x="1726668" y="2089574"/>
                  <a:pt x="657815" y="2089574"/>
                </a:cubicBezTo>
                <a:cubicBezTo>
                  <a:pt x="457405" y="2089574"/>
                  <a:pt x="264110" y="2059112"/>
                  <a:pt x="82307" y="2002566"/>
                </a:cubicBezTo>
                <a:lnTo>
                  <a:pt x="0" y="1972441"/>
                </a:lnTo>
                <a:close/>
              </a:path>
            </a:pathLst>
          </a:custGeom>
          <a:solidFill>
            <a:schemeClr val="bg1"/>
          </a:soli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sp>
        <p:nvSpPr>
          <p:cNvPr id="7" name="副标题"/>
          <p:cNvSpPr txBox="1">
            <a:spLocks noGrp="1"/>
          </p:cNvSpPr>
          <p:nvPr>
            <p:ph type="body" idx="2" hasCustomPrompt="1"/>
            <p:custDataLst>
              <p:tags r:id="rId4"/>
            </p:custDataLst>
          </p:nvPr>
        </p:nvSpPr>
        <p:spPr>
          <a:xfrm>
            <a:off x="607695" y="1301750"/>
            <a:ext cx="10969625" cy="405553"/>
          </a:xfrm>
          <a:prstGeom prst="rect">
            <a:avLst/>
          </a:prstGeom>
          <a:noFill/>
        </p:spPr>
        <p:txBody>
          <a:bodyPr wrap="square" rtlCol="0" anchor="t" anchorCtr="0">
            <a:normAutofit/>
          </a:bodyPr>
          <a:lstStyle>
            <a:lvl1pPr marL="0" marR="0" lvl="0" algn="l" defTabSz="914400" rtl="0" eaLnBrk="1" fontAlgn="auto" latinLnBrk="0" hangingPunct="1">
              <a:lnSpc>
                <a:spcPct val="100000"/>
              </a:lnSpc>
              <a:buClrTx/>
              <a:buSzTx/>
              <a:buFontTx/>
              <a:buNone/>
              <a:defRPr kumimoji="0" lang="en-US" sz="1800" b="1" i="0" u="none" strike="noStrike" kern="1200" cap="none" spc="0" normalizeH="0" baseline="0" noProof="1" dirty="0">
                <a:solidFill>
                  <a:schemeClr val="tx1">
                    <a:lumMod val="65000"/>
                    <a:lumOff val="35000"/>
                  </a:schemeClr>
                </a:solidFill>
                <a:latin typeface="+mj-lt"/>
                <a:sym typeface="+mn-ea"/>
              </a:defRPr>
            </a:lvl1pPr>
          </a:lstStyle>
          <a:p>
            <a:pPr lvl="0" algn="l">
              <a:buClrTx/>
              <a:buSzTx/>
              <a:buFontTx/>
            </a:pPr>
            <a:r>
              <a:rPr dirty="0" err="1">
                <a:latin typeface="+mj-lt"/>
                <a:sym typeface="+mn-ea"/>
              </a:rPr>
              <a:t>Click to add text</a:t>
            </a:r>
            <a:endParaRPr dirty="0" err="1">
              <a:sym typeface="+mn-ea"/>
            </a:endParaRPr>
          </a:p>
        </p:txBody>
      </p:sp>
      <p:sp>
        <p:nvSpPr>
          <p:cNvPr id="6" name="标题"/>
          <p:cNvSpPr txBox="1">
            <a:spLocks noGrp="1"/>
          </p:cNvSpPr>
          <p:nvPr>
            <p:ph type="title" idx="1" hasCustomPrompt="1"/>
            <p:custDataLst>
              <p:tags r:id="rId5"/>
            </p:custDataLst>
          </p:nvPr>
        </p:nvSpPr>
        <p:spPr>
          <a:xfrm>
            <a:off x="607695" y="608330"/>
            <a:ext cx="10969625" cy="671195"/>
          </a:xfrm>
          <a:prstGeom prst="rect">
            <a:avLst/>
          </a:prstGeom>
          <a:noFill/>
        </p:spPr>
        <p:txBody>
          <a:bodyPr vert="horz" wrap="square" lIns="71755" tIns="0" rIns="0" bIns="0" rtlCol="0" anchor="b" anchorCtr="0">
            <a:normAutofit/>
          </a:bodyPr>
          <a:lstStyle>
            <a:lvl1pPr marL="0" marR="0" lvl="0" algn="l" defTabSz="914400" rtl="0" eaLnBrk="1" fontAlgn="auto" latinLnBrk="0" hangingPunct="1">
              <a:lnSpc>
                <a:spcPct val="100000"/>
              </a:lnSpc>
              <a:buClrTx/>
              <a:buSzTx/>
              <a:buFontTx/>
              <a:buNone/>
              <a:defRPr kumimoji="0" lang="en-US" sz="3600" b="1" i="0" u="none" strike="noStrike" kern="1200" cap="none" spc="0" normalizeH="0" baseline="0" noProof="1" dirty="0">
                <a:solidFill>
                  <a:schemeClr val="tx1">
                    <a:lumMod val="85000"/>
                    <a:lumOff val="15000"/>
                  </a:schemeClr>
                </a:solidFill>
                <a:latin typeface="+mj-lt"/>
                <a:sym typeface="+mn-ea"/>
              </a:defRPr>
            </a:lvl1pPr>
          </a:lstStyle>
          <a:p>
            <a:pPr lvl="0" algn="l">
              <a:buClrTx/>
              <a:buSzTx/>
              <a:buFontTx/>
            </a:pPr>
            <a:r>
              <a:rPr dirty="0">
                <a:latin typeface="+mj-lt"/>
                <a:sym typeface="+mn-ea"/>
              </a:rPr>
              <a:t>Click to add title</a:t>
            </a:r>
            <a:endParaRPr dirty="0">
              <a:sym typeface="+mn-ea"/>
            </a:endParaRPr>
          </a:p>
        </p:txBody>
      </p:sp>
      <p:sp>
        <p:nvSpPr>
          <p:cNvPr id="3" name="日期占位符 2"/>
          <p:cNvSpPr>
            <a:spLocks noGrp="1"/>
          </p:cNvSpPr>
          <p:nvPr>
            <p:ph type="dt" sz="half" idx="10"/>
            <p:custDataLst>
              <p:tags r:id="rId6"/>
            </p:custDataLst>
          </p:nvPr>
        </p:nvSpPr>
        <p:spPr>
          <a:xfrm>
            <a:off x="838200" y="6356350"/>
            <a:ext cx="2743200" cy="365125"/>
          </a:xfrm>
        </p:spPr>
        <p:txBody>
          <a:bodyPr/>
          <a:lstStyle/>
          <a:p>
            <a:r>
              <a:rPr lang="en-US"/>
              <a:t>Date Area</a:t>
            </a:r>
            <a:endParaRPr lang="en-US"/>
          </a:p>
        </p:txBody>
      </p:sp>
      <p:sp>
        <p:nvSpPr>
          <p:cNvPr id="4" name="页脚占位符 3"/>
          <p:cNvSpPr>
            <a:spLocks noGrp="1"/>
          </p:cNvSpPr>
          <p:nvPr>
            <p:ph type="ftr" sz="quarter" idx="11"/>
            <p:custDataLst>
              <p:tags r:id="rId7"/>
            </p:custDataLst>
          </p:nvPr>
        </p:nvSpPr>
        <p:spPr>
          <a:xfrm>
            <a:off x="4038600" y="6356350"/>
            <a:ext cx="4114800" cy="365125"/>
          </a:xfrm>
        </p:spPr>
        <p:txBody>
          <a:bodyPr/>
          <a:lstStyle/>
          <a:p>
            <a:endParaRPr lang="en-US"/>
          </a:p>
        </p:txBody>
      </p:sp>
      <p:sp>
        <p:nvSpPr>
          <p:cNvPr id="5" name="灯片编号占位符 4"/>
          <p:cNvSpPr>
            <a:spLocks noGrp="1"/>
          </p:cNvSpPr>
          <p:nvPr>
            <p:ph type="sldNum" sz="quarter" idx="12"/>
            <p:custDataLst>
              <p:tags r:id="rId8"/>
            </p:custDataLst>
          </p:nvPr>
        </p:nvSpPr>
        <p:spPr>
          <a:xfrm>
            <a:off x="8610600" y="6356350"/>
            <a:ext cx="2743200" cy="365125"/>
          </a:xfrm>
        </p:spPr>
        <p:txBody>
          <a:bodyPr/>
          <a:lstStyle/>
          <a:p>
            <a:fld id="{73127340-2293-49D2-96F1-6E7BF0C8FD9C}"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showMasterSp="0">
  <p:cSld name="End Slide">
    <p:spTree>
      <p:nvGrpSpPr>
        <p:cNvPr id="1" name=""/>
        <p:cNvGrpSpPr/>
        <p:nvPr/>
      </p:nvGrpSpPr>
      <p:grpSpPr>
        <a:xfrm>
          <a:off x="0" y="0"/>
          <a:ext cx="0" cy="0"/>
          <a:chOff x="0" y="0"/>
          <a:chExt cx="0" cy="0"/>
        </a:xfrm>
      </p:grpSpPr>
      <p:pic>
        <p:nvPicPr>
          <p:cNvPr id="67" name="图片 66"/>
          <p:cNvPicPr>
            <a:picLocks noChangeAspect="1"/>
          </p:cNvPicPr>
          <p:nvPr>
            <p:custDataLst>
              <p:tags r:id="rId2"/>
            </p:custDataLst>
          </p:nvPr>
        </p:nvPicPr>
        <p:blipFill>
          <a:blip r:embed="rId3"/>
          <a:srcRect t="46292" r="37615"/>
          <a:stretch>
            <a:fillRect/>
          </a:stretch>
        </p:blipFill>
        <p:spPr>
          <a:xfrm>
            <a:off x="5011354" y="0"/>
            <a:ext cx="7180647" cy="6181870"/>
          </a:xfrm>
          <a:custGeom>
            <a:avLst/>
            <a:gdLst>
              <a:gd name="connsiteX0" fmla="*/ 0 w 7180647"/>
              <a:gd name="connsiteY0" fmla="*/ 0 h 6181870"/>
              <a:gd name="connsiteX1" fmla="*/ 7180647 w 7180647"/>
              <a:gd name="connsiteY1" fmla="*/ 0 h 6181870"/>
              <a:gd name="connsiteX2" fmla="*/ 7180647 w 7180647"/>
              <a:gd name="connsiteY2" fmla="*/ 6181870 h 6181870"/>
              <a:gd name="connsiteX3" fmla="*/ 0 w 7180647"/>
              <a:gd name="connsiteY3" fmla="*/ 6181870 h 6181870"/>
            </a:gdLst>
            <a:ahLst/>
            <a:cxnLst>
              <a:cxn ang="0">
                <a:pos x="connsiteX0" y="connsiteY0"/>
              </a:cxn>
              <a:cxn ang="0">
                <a:pos x="connsiteX1" y="connsiteY1"/>
              </a:cxn>
              <a:cxn ang="0">
                <a:pos x="connsiteX2" y="connsiteY2"/>
              </a:cxn>
              <a:cxn ang="0">
                <a:pos x="connsiteX3" y="connsiteY3"/>
              </a:cxn>
            </a:cxnLst>
            <a:rect l="l" t="t" r="r" b="b"/>
            <a:pathLst>
              <a:path w="7180647" h="6181870">
                <a:moveTo>
                  <a:pt x="0" y="0"/>
                </a:moveTo>
                <a:lnTo>
                  <a:pt x="7180647" y="0"/>
                </a:lnTo>
                <a:lnTo>
                  <a:pt x="7180647" y="6181870"/>
                </a:lnTo>
                <a:lnTo>
                  <a:pt x="0" y="6181870"/>
                </a:lnTo>
                <a:close/>
              </a:path>
            </a:pathLst>
          </a:custGeom>
        </p:spPr>
      </p:pic>
      <p:pic>
        <p:nvPicPr>
          <p:cNvPr id="68" name="图片 67"/>
          <p:cNvPicPr>
            <a:picLocks noChangeAspect="1"/>
          </p:cNvPicPr>
          <p:nvPr>
            <p:custDataLst>
              <p:tags r:id="rId4"/>
            </p:custDataLst>
          </p:nvPr>
        </p:nvPicPr>
        <p:blipFill>
          <a:blip r:embed="rId5"/>
          <a:srcRect l="60753" b="74987"/>
          <a:stretch>
            <a:fillRect/>
          </a:stretch>
        </p:blipFill>
        <p:spPr>
          <a:xfrm>
            <a:off x="0" y="3978907"/>
            <a:ext cx="4519776" cy="2879094"/>
          </a:xfrm>
          <a:custGeom>
            <a:avLst/>
            <a:gdLst>
              <a:gd name="connsiteX0" fmla="*/ 0 w 4519776"/>
              <a:gd name="connsiteY0" fmla="*/ 0 h 2879094"/>
              <a:gd name="connsiteX1" fmla="*/ 4519776 w 4519776"/>
              <a:gd name="connsiteY1" fmla="*/ 0 h 2879094"/>
              <a:gd name="connsiteX2" fmla="*/ 4519776 w 4519776"/>
              <a:gd name="connsiteY2" fmla="*/ 2879094 h 2879094"/>
              <a:gd name="connsiteX3" fmla="*/ 0 w 4519776"/>
              <a:gd name="connsiteY3" fmla="*/ 2879094 h 2879094"/>
            </a:gdLst>
            <a:ahLst/>
            <a:cxnLst>
              <a:cxn ang="0">
                <a:pos x="connsiteX0" y="connsiteY0"/>
              </a:cxn>
              <a:cxn ang="0">
                <a:pos x="connsiteX1" y="connsiteY1"/>
              </a:cxn>
              <a:cxn ang="0">
                <a:pos x="connsiteX2" y="connsiteY2"/>
              </a:cxn>
              <a:cxn ang="0">
                <a:pos x="connsiteX3" y="connsiteY3"/>
              </a:cxn>
            </a:cxnLst>
            <a:rect l="l" t="t" r="r" b="b"/>
            <a:pathLst>
              <a:path w="4519776" h="2879094">
                <a:moveTo>
                  <a:pt x="0" y="0"/>
                </a:moveTo>
                <a:lnTo>
                  <a:pt x="4519776" y="0"/>
                </a:lnTo>
                <a:lnTo>
                  <a:pt x="4519776" y="2879094"/>
                </a:lnTo>
                <a:lnTo>
                  <a:pt x="0" y="2879094"/>
                </a:lnTo>
                <a:close/>
              </a:path>
            </a:pathLst>
          </a:custGeom>
        </p:spPr>
      </p:pic>
      <p:sp>
        <p:nvSpPr>
          <p:cNvPr id="78" name="任意多边形: 形状 21"/>
          <p:cNvSpPr/>
          <p:nvPr>
            <p:custDataLst>
              <p:tags r:id="rId6"/>
            </p:custDataLst>
          </p:nvPr>
        </p:nvSpPr>
        <p:spPr>
          <a:xfrm>
            <a:off x="0" y="588645"/>
            <a:ext cx="594995" cy="913765"/>
          </a:xfrm>
          <a:custGeom>
            <a:avLst/>
            <a:gdLst>
              <a:gd name="connsiteX0" fmla="*/ 138215 w 595085"/>
              <a:gd name="connsiteY0" fmla="*/ 0 h 913740"/>
              <a:gd name="connsiteX1" fmla="*/ 595085 w 595085"/>
              <a:gd name="connsiteY1" fmla="*/ 456870 h 913740"/>
              <a:gd name="connsiteX2" fmla="*/ 138215 w 595085"/>
              <a:gd name="connsiteY2" fmla="*/ 913740 h 913740"/>
              <a:gd name="connsiteX3" fmla="*/ 46140 w 595085"/>
              <a:gd name="connsiteY3" fmla="*/ 904458 h 913740"/>
              <a:gd name="connsiteX4" fmla="*/ 0 w 595085"/>
              <a:gd name="connsiteY4" fmla="*/ 890136 h 913740"/>
              <a:gd name="connsiteX5" fmla="*/ 0 w 595085"/>
              <a:gd name="connsiteY5" fmla="*/ 23605 h 913740"/>
              <a:gd name="connsiteX6" fmla="*/ 46140 w 595085"/>
              <a:gd name="connsiteY6" fmla="*/ 9282 h 913740"/>
              <a:gd name="connsiteX7" fmla="*/ 138215 w 595085"/>
              <a:gd name="connsiteY7" fmla="*/ 0 h 913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5085" h="913740">
                <a:moveTo>
                  <a:pt x="138215" y="0"/>
                </a:moveTo>
                <a:cubicBezTo>
                  <a:pt x="390537" y="0"/>
                  <a:pt x="595085" y="204548"/>
                  <a:pt x="595085" y="456870"/>
                </a:cubicBezTo>
                <a:cubicBezTo>
                  <a:pt x="595085" y="709192"/>
                  <a:pt x="390537" y="913740"/>
                  <a:pt x="138215" y="913740"/>
                </a:cubicBezTo>
                <a:cubicBezTo>
                  <a:pt x="106675" y="913740"/>
                  <a:pt x="75881" y="910544"/>
                  <a:pt x="46140" y="904458"/>
                </a:cubicBezTo>
                <a:lnTo>
                  <a:pt x="0" y="890136"/>
                </a:lnTo>
                <a:lnTo>
                  <a:pt x="0" y="23605"/>
                </a:lnTo>
                <a:lnTo>
                  <a:pt x="46140" y="9282"/>
                </a:lnTo>
                <a:cubicBezTo>
                  <a:pt x="75881" y="3196"/>
                  <a:pt x="106675" y="0"/>
                  <a:pt x="138215" y="0"/>
                </a:cubicBezTo>
                <a:close/>
              </a:path>
            </a:pathLst>
          </a:custGeom>
          <a:gradFill flip="none" rotWithShape="1">
            <a:gsLst>
              <a:gs pos="0">
                <a:schemeClr val="accent1"/>
              </a:gs>
              <a:gs pos="46000">
                <a:schemeClr val="accent2"/>
              </a:gs>
              <a:gs pos="100000">
                <a:schemeClr val="accent6"/>
              </a:gs>
            </a:gsLst>
            <a:path path="circle">
              <a:fillToRect r="100000" b="100000"/>
            </a:path>
            <a:tileRect l="-100000" t="-100000"/>
          </a:gradFill>
          <a:ln>
            <a:noFill/>
            <a:prstDash val="solid"/>
          </a:ln>
          <a:effectLst>
            <a:outerShdw blurRad="203200" dist="101600" dir="8100000" algn="tr" rotWithShape="0">
              <a:srgbClr val="3E3FC2">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署名"/>
          <p:cNvSpPr txBox="1">
            <a:spLocks noGrp="1"/>
          </p:cNvSpPr>
          <p:nvPr>
            <p:ph type="body" idx="5" hasCustomPrompt="1"/>
            <p:custDataLst>
              <p:tags r:id="rId7"/>
            </p:custDataLst>
          </p:nvPr>
        </p:nvSpPr>
        <p:spPr>
          <a:xfrm>
            <a:off x="1198245" y="4207510"/>
            <a:ext cx="5168205" cy="432435"/>
          </a:xfrm>
          <a:prstGeom prst="rect">
            <a:avLst/>
          </a:prstGeom>
          <a:noFill/>
        </p:spPr>
        <p:txBody>
          <a:bodyPr wrap="square" lIns="0" tIns="0" rIns="0" bIns="0" rtlCol="0" anchor="ctr">
            <a:normAutofit/>
          </a:bodyPr>
          <a:lstStyle>
            <a:defPPr>
              <a:defRPr lang="en-US">
                <a:latin typeface="+mn-lt"/>
              </a:defRPr>
            </a:defPPr>
            <a:lvl1pPr marL="0" marR="0" lvl="0" algn="l" defTabSz="914400" rtl="0" eaLnBrk="1" fontAlgn="auto" latinLnBrk="0" hangingPunct="1">
              <a:lnSpc>
                <a:spcPct val="100000"/>
              </a:lnSpc>
              <a:buClrTx/>
              <a:buSzTx/>
              <a:buFontTx/>
              <a:buNone/>
              <a:defRPr kumimoji="0" lang="en-US" sz="1600" b="0" i="0" u="none" strike="noStrike" kern="1200" cap="none" spc="0" normalizeH="0" baseline="0" noProof="1" dirty="0">
                <a:gradFill>
                  <a:gsLst>
                    <a:gs pos="0">
                      <a:schemeClr val="accent1"/>
                    </a:gs>
                    <a:gs pos="100000">
                      <a:schemeClr val="accent2"/>
                    </a:gs>
                  </a:gsLst>
                  <a:lin ang="0" scaled="0"/>
                </a:gradFill>
                <a:latin typeface="+mn-lt"/>
                <a:sym typeface="+mn-ea"/>
              </a:defRPr>
            </a:lvl1pPr>
          </a:lstStyle>
          <a:p>
            <a:pPr lvl="0" algn="l">
              <a:buClrTx/>
              <a:buSzTx/>
              <a:buFontTx/>
            </a:pPr>
            <a:r>
              <a:rPr>
                <a:latin typeface="+mn-lt"/>
                <a:sym typeface="+mn-ea"/>
              </a:rPr>
              <a:t>Click to add text</a:t>
            </a:r>
            <a:endParaRPr>
              <a:sym typeface="+mn-ea"/>
            </a:endParaRPr>
          </a:p>
        </p:txBody>
      </p:sp>
      <p:sp>
        <p:nvSpPr>
          <p:cNvPr id="8" name="标题"/>
          <p:cNvSpPr txBox="1">
            <a:spLocks noGrp="1"/>
          </p:cNvSpPr>
          <p:nvPr>
            <p:ph type="title" idx="4" hasCustomPrompt="1"/>
            <p:custDataLst>
              <p:tags r:id="rId8"/>
            </p:custDataLst>
          </p:nvPr>
        </p:nvSpPr>
        <p:spPr>
          <a:xfrm>
            <a:off x="1139825" y="2060575"/>
            <a:ext cx="5226685" cy="1918335"/>
          </a:xfrm>
          <a:prstGeom prst="rect">
            <a:avLst/>
          </a:prstGeom>
          <a:noFill/>
        </p:spPr>
        <p:txBody>
          <a:bodyPr vert="horz" wrap="square" lIns="0" tIns="0" rIns="0" bIns="0" rtlCol="0" anchor="ctr" anchorCtr="0">
            <a:normAutofit/>
          </a:bodyPr>
          <a:lstStyle>
            <a:lvl1pPr marL="0" marR="0" lvl="0" algn="l" defTabSz="914400" rtl="0" eaLnBrk="1" fontAlgn="auto" latinLnBrk="0" hangingPunct="1">
              <a:lnSpc>
                <a:spcPct val="100000"/>
              </a:lnSpc>
              <a:buClrTx/>
              <a:buSzTx/>
              <a:buFontTx/>
              <a:buNone/>
              <a:defRPr kumimoji="0" lang="en-US" sz="6000" b="1" i="0" u="none" strike="noStrike" kern="1200" cap="none" spc="0" normalizeH="0" baseline="0" noProof="1" dirty="0">
                <a:solidFill>
                  <a:schemeClr val="tx1">
                    <a:lumMod val="85000"/>
                    <a:lumOff val="15000"/>
                  </a:schemeClr>
                </a:solidFill>
                <a:latin typeface="+mj-lt"/>
                <a:sym typeface="+mn-ea"/>
              </a:defRPr>
            </a:lvl1pPr>
          </a:lstStyle>
          <a:p>
            <a:pPr lvl="0" algn="l">
              <a:buClrTx/>
              <a:buSzTx/>
              <a:buFontTx/>
            </a:pPr>
            <a:r>
              <a:rPr dirty="0">
                <a:latin typeface="+mj-lt"/>
                <a:sym typeface="+mn-ea"/>
              </a:rPr>
              <a:t>Click to add title</a:t>
            </a:r>
            <a:endParaRPr dirty="0">
              <a:sym typeface="+mn-ea"/>
            </a:endParaRPr>
          </a:p>
        </p:txBody>
      </p:sp>
      <p:pic>
        <p:nvPicPr>
          <p:cNvPr id="7" name="图片 6"/>
          <p:cNvPicPr>
            <a:picLocks noChangeAspect="1"/>
          </p:cNvPicPr>
          <p:nvPr>
            <p:custDataLst>
              <p:tags r:id="rId9"/>
            </p:custDataLst>
          </p:nvPr>
        </p:nvPicPr>
        <p:blipFill>
          <a:blip r:embed="rId3"/>
          <a:srcRect t="46292" r="37615"/>
          <a:stretch>
            <a:fillRect/>
          </a:stretch>
        </p:blipFill>
        <p:spPr>
          <a:xfrm>
            <a:off x="5062154" y="-45720"/>
            <a:ext cx="7180647" cy="6181870"/>
          </a:xfrm>
          <a:custGeom>
            <a:avLst/>
            <a:gdLst>
              <a:gd name="connsiteX0" fmla="*/ 0 w 7180647"/>
              <a:gd name="connsiteY0" fmla="*/ 0 h 6181870"/>
              <a:gd name="connsiteX1" fmla="*/ 7180647 w 7180647"/>
              <a:gd name="connsiteY1" fmla="*/ 0 h 6181870"/>
              <a:gd name="connsiteX2" fmla="*/ 7180647 w 7180647"/>
              <a:gd name="connsiteY2" fmla="*/ 6181870 h 6181870"/>
              <a:gd name="connsiteX3" fmla="*/ 0 w 7180647"/>
              <a:gd name="connsiteY3" fmla="*/ 6181870 h 6181870"/>
            </a:gdLst>
            <a:ahLst/>
            <a:cxnLst>
              <a:cxn ang="0">
                <a:pos x="connsiteX0" y="connsiteY0"/>
              </a:cxn>
              <a:cxn ang="0">
                <a:pos x="connsiteX1" y="connsiteY1"/>
              </a:cxn>
              <a:cxn ang="0">
                <a:pos x="connsiteX2" y="connsiteY2"/>
              </a:cxn>
              <a:cxn ang="0">
                <a:pos x="connsiteX3" y="connsiteY3"/>
              </a:cxn>
            </a:cxnLst>
            <a:rect l="l" t="t" r="r" b="b"/>
            <a:pathLst>
              <a:path w="7180647" h="6181870">
                <a:moveTo>
                  <a:pt x="0" y="0"/>
                </a:moveTo>
                <a:lnTo>
                  <a:pt x="7180647" y="0"/>
                </a:lnTo>
                <a:lnTo>
                  <a:pt x="7180647" y="6181870"/>
                </a:lnTo>
                <a:lnTo>
                  <a:pt x="0" y="6181870"/>
                </a:lnTo>
                <a:close/>
              </a:path>
            </a:pathLst>
          </a:custGeom>
        </p:spPr>
      </p:pic>
      <p:sp>
        <p:nvSpPr>
          <p:cNvPr id="79" name="椭圆 78"/>
          <p:cNvSpPr/>
          <p:nvPr>
            <p:custDataLst>
              <p:tags r:id="rId10"/>
            </p:custDataLst>
          </p:nvPr>
        </p:nvSpPr>
        <p:spPr>
          <a:xfrm>
            <a:off x="7334621" y="1063655"/>
            <a:ext cx="4781179" cy="4781179"/>
          </a:xfrm>
          <a:prstGeom prst="ellipse">
            <a:avLst/>
          </a:prstGeom>
          <a:gradFill flip="none" rotWithShape="1">
            <a:gsLst>
              <a:gs pos="0">
                <a:schemeClr val="accent1"/>
              </a:gs>
              <a:gs pos="46000">
                <a:schemeClr val="accent2"/>
              </a:gs>
              <a:gs pos="100000">
                <a:schemeClr val="accent6"/>
              </a:gs>
            </a:gsLst>
            <a:path path="circle">
              <a:fillToRect r="100000" b="100000"/>
            </a:path>
            <a:tileRect l="-100000" t="-100000"/>
          </a:gradFill>
          <a:ln>
            <a:noFill/>
            <a:prstDash val="solid"/>
          </a:ln>
          <a:effectLst>
            <a:outerShdw blurRad="203200" dist="101600" dir="8100000" algn="tr" rotWithShape="0">
              <a:srgbClr val="3E3FC2">
                <a:alpha val="16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lt1"/>
              </a:solidFill>
            </a:endParaRPr>
          </a:p>
        </p:txBody>
      </p:sp>
      <p:pic>
        <p:nvPicPr>
          <p:cNvPr id="107" name="图片对象" descr="E:\PPT翻新\图片3.png图片3"/>
          <p:cNvPicPr>
            <a:picLocks noChangeAspect="1"/>
          </p:cNvPicPr>
          <p:nvPr>
            <p:custDataLst>
              <p:tags r:id="rId11"/>
            </p:custDataLst>
          </p:nvPr>
        </p:nvPicPr>
        <p:blipFill>
          <a:blip r:embed="rId12"/>
          <a:srcRect r="1432" b="3846"/>
          <a:stretch>
            <a:fillRect/>
          </a:stretch>
        </p:blipFill>
        <p:spPr>
          <a:xfrm>
            <a:off x="5341620" y="588645"/>
            <a:ext cx="6774180" cy="6096635"/>
          </a:xfrm>
          <a:prstGeom prst="rect">
            <a:avLst/>
          </a:prstGeom>
        </p:spPr>
      </p:pic>
      <p:sp>
        <p:nvSpPr>
          <p:cNvPr id="4" name="日期占位符 3"/>
          <p:cNvSpPr>
            <a:spLocks noGrp="1"/>
          </p:cNvSpPr>
          <p:nvPr>
            <p:ph type="dt" sz="half" idx="10"/>
            <p:custDataLst>
              <p:tags r:id="rId13"/>
            </p:custDataLst>
          </p:nvPr>
        </p:nvSpPr>
        <p:spPr>
          <a:xfrm>
            <a:off x="838200" y="6356350"/>
            <a:ext cx="2743200" cy="365125"/>
          </a:xfrm>
        </p:spPr>
        <p:txBody>
          <a:bodyPr/>
          <a:lstStyle/>
          <a:p>
            <a:r>
              <a:rPr lang="en-US"/>
              <a:t>Date Area</a:t>
            </a:r>
            <a:endParaRPr lang="en-US"/>
          </a:p>
        </p:txBody>
      </p:sp>
      <p:sp>
        <p:nvSpPr>
          <p:cNvPr id="5" name="页脚占位符 4"/>
          <p:cNvSpPr>
            <a:spLocks noGrp="1"/>
          </p:cNvSpPr>
          <p:nvPr>
            <p:ph type="ftr" sz="quarter" idx="11"/>
            <p:custDataLst>
              <p:tags r:id="rId14"/>
            </p:custDataLst>
          </p:nvPr>
        </p:nvSpPr>
        <p:spPr>
          <a:xfrm>
            <a:off x="4038600" y="6356350"/>
            <a:ext cx="4114800" cy="365125"/>
          </a:xfrm>
        </p:spPr>
        <p:txBody>
          <a:bodyPr/>
          <a:lstStyle/>
          <a:p>
            <a:endParaRPr lang="en-US"/>
          </a:p>
        </p:txBody>
      </p:sp>
      <p:sp>
        <p:nvSpPr>
          <p:cNvPr id="6" name="灯片编号占位符 5"/>
          <p:cNvSpPr>
            <a:spLocks noGrp="1"/>
          </p:cNvSpPr>
          <p:nvPr>
            <p:ph type="sldNum" sz="quarter" idx="12"/>
            <p:custDataLst>
              <p:tags r:id="rId15"/>
            </p:custDataLst>
          </p:nvPr>
        </p:nvSpPr>
        <p:spPr>
          <a:xfrm>
            <a:off x="8610600" y="6356350"/>
            <a:ext cx="2743200" cy="365125"/>
          </a:xfrm>
        </p:spPr>
        <p:txBody>
          <a:bodyPr/>
          <a:lstStyle/>
          <a:p>
            <a:fld id="{73127340-2293-49D2-96F1-6E7BF0C8FD9C}" type="slidenum">
              <a:rPr lang="en-US" smtClean="0"/>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Date Area</a:t>
            </a:r>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127340-2293-49D2-96F1-6E7BF0C8FD9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1" Type="http://schemas.openxmlformats.org/officeDocument/2006/relationships/theme" Target="../theme/theme2.xml"/><Relationship Id="rId20" Type="http://schemas.openxmlformats.org/officeDocument/2006/relationships/tags" Target="../tags/tag99.xml"/><Relationship Id="rId2" Type="http://schemas.openxmlformats.org/officeDocument/2006/relationships/slideLayout" Target="../slideLayouts/slideLayout13.xml"/><Relationship Id="rId19" Type="http://schemas.openxmlformats.org/officeDocument/2006/relationships/tags" Target="../tags/tag98.xml"/><Relationship Id="rId18" Type="http://schemas.openxmlformats.org/officeDocument/2006/relationships/tags" Target="../tags/tag97.xml"/><Relationship Id="rId17" Type="http://schemas.openxmlformats.org/officeDocument/2006/relationships/tags" Target="../tags/tag96.xml"/><Relationship Id="rId16" Type="http://schemas.openxmlformats.org/officeDocument/2006/relationships/tags" Target="../tags/tag95.xml"/><Relationship Id="rId15" Type="http://schemas.openxmlformats.org/officeDocument/2006/relationships/tags" Target="../tags/tag94.xml"/><Relationship Id="rId14" Type="http://schemas.openxmlformats.org/officeDocument/2006/relationships/tags" Target="../tags/tag93.xml"/><Relationship Id="rId13" Type="http://schemas.openxmlformats.org/officeDocument/2006/relationships/tags" Target="../tags/tag92.xml"/><Relationship Id="rId12" Type="http://schemas.openxmlformats.org/officeDocument/2006/relationships/slideLayout" Target="../slideLayouts/slideLayout23.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任意多边形: 形状 2"/>
          <p:cNvSpPr/>
          <p:nvPr>
            <p:custDataLst>
              <p:tags r:id="rId13"/>
            </p:custDataLst>
          </p:nvPr>
        </p:nvSpPr>
        <p:spPr>
          <a:xfrm>
            <a:off x="10841990" y="5400675"/>
            <a:ext cx="1350010" cy="1457325"/>
          </a:xfrm>
          <a:custGeom>
            <a:avLst/>
            <a:gdLst>
              <a:gd name="connsiteX0" fmla="*/ 1655408 w 2097843"/>
              <a:gd name="connsiteY0" fmla="*/ 0 h 2264232"/>
              <a:gd name="connsiteX1" fmla="*/ 1989031 w 2097843"/>
              <a:gd name="connsiteY1" fmla="*/ 33632 h 2264232"/>
              <a:gd name="connsiteX2" fmla="*/ 2097843 w 2097843"/>
              <a:gd name="connsiteY2" fmla="*/ 61611 h 2264232"/>
              <a:gd name="connsiteX3" fmla="*/ 2097843 w 2097843"/>
              <a:gd name="connsiteY3" fmla="*/ 2264232 h 2264232"/>
              <a:gd name="connsiteX4" fmla="*/ 117084 w 2097843"/>
              <a:gd name="connsiteY4" fmla="*/ 2264232 h 2264232"/>
              <a:gd name="connsiteX5" fmla="*/ 74424 w 2097843"/>
              <a:gd name="connsiteY5" fmla="*/ 2147676 h 2264232"/>
              <a:gd name="connsiteX6" fmla="*/ 0 w 2097843"/>
              <a:gd name="connsiteY6" fmla="*/ 1655408 h 2264232"/>
              <a:gd name="connsiteX7" fmla="*/ 1655408 w 2097843"/>
              <a:gd name="connsiteY7" fmla="*/ 0 h 2264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097843" h="2264232">
                <a:moveTo>
                  <a:pt x="1655408" y="0"/>
                </a:moveTo>
                <a:cubicBezTo>
                  <a:pt x="1769690" y="0"/>
                  <a:pt x="1881268" y="11581"/>
                  <a:pt x="1989031" y="33632"/>
                </a:cubicBezTo>
                <a:lnTo>
                  <a:pt x="2097843" y="61611"/>
                </a:lnTo>
                <a:lnTo>
                  <a:pt x="2097843" y="2264232"/>
                </a:lnTo>
                <a:lnTo>
                  <a:pt x="117084" y="2264232"/>
                </a:lnTo>
                <a:lnTo>
                  <a:pt x="74424" y="2147676"/>
                </a:lnTo>
                <a:cubicBezTo>
                  <a:pt x="26056" y="1992169"/>
                  <a:pt x="0" y="1826831"/>
                  <a:pt x="0" y="1655408"/>
                </a:cubicBezTo>
                <a:cubicBezTo>
                  <a:pt x="0" y="741151"/>
                  <a:pt x="741151" y="0"/>
                  <a:pt x="1655408" y="0"/>
                </a:cubicBezTo>
                <a:close/>
              </a:path>
            </a:pathLst>
          </a:custGeom>
          <a:gradFill flip="none" rotWithShape="1">
            <a:gsLst>
              <a:gs pos="0">
                <a:schemeClr val="accent1"/>
              </a:gs>
              <a:gs pos="46000">
                <a:schemeClr val="accent2"/>
              </a:gs>
              <a:gs pos="100000">
                <a:schemeClr val="accent6"/>
              </a:gs>
            </a:gsLst>
            <a:path path="circle">
              <a:fillToRect l="100000" t="100000"/>
            </a:path>
            <a:tileRect r="-100000" b="-100000"/>
          </a:gra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latin typeface="Arial" panose="020B0604020202020204" pitchFamily="34" charset="0"/>
            </a:endParaRPr>
          </a:p>
        </p:txBody>
      </p:sp>
      <p:sp>
        <p:nvSpPr>
          <p:cNvPr id="17" name="任意多边形: 形状 16"/>
          <p:cNvSpPr/>
          <p:nvPr>
            <p:custDataLst>
              <p:tags r:id="rId14"/>
            </p:custDataLst>
          </p:nvPr>
        </p:nvSpPr>
        <p:spPr>
          <a:xfrm>
            <a:off x="0" y="0"/>
            <a:ext cx="2202180" cy="1774825"/>
          </a:xfrm>
          <a:custGeom>
            <a:avLst/>
            <a:gdLst>
              <a:gd name="connsiteX0" fmla="*/ 0 w 2593145"/>
              <a:gd name="connsiteY0" fmla="*/ 0 h 2089574"/>
              <a:gd name="connsiteX1" fmla="*/ 2585357 w 2593145"/>
              <a:gd name="connsiteY1" fmla="*/ 0 h 2089574"/>
              <a:gd name="connsiteX2" fmla="*/ 2593145 w 2593145"/>
              <a:gd name="connsiteY2" fmla="*/ 154244 h 2089574"/>
              <a:gd name="connsiteX3" fmla="*/ 657815 w 2593145"/>
              <a:gd name="connsiteY3" fmla="*/ 2089574 h 2089574"/>
              <a:gd name="connsiteX4" fmla="*/ 82307 w 2593145"/>
              <a:gd name="connsiteY4" fmla="*/ 2002566 h 2089574"/>
              <a:gd name="connsiteX5" fmla="*/ 0 w 2593145"/>
              <a:gd name="connsiteY5" fmla="*/ 1972441 h 208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93145" h="2089574">
                <a:moveTo>
                  <a:pt x="0" y="0"/>
                </a:moveTo>
                <a:lnTo>
                  <a:pt x="2585357" y="0"/>
                </a:lnTo>
                <a:lnTo>
                  <a:pt x="2593145" y="154244"/>
                </a:lnTo>
                <a:cubicBezTo>
                  <a:pt x="2593145" y="1223097"/>
                  <a:pt x="1726668" y="2089574"/>
                  <a:pt x="657815" y="2089574"/>
                </a:cubicBezTo>
                <a:cubicBezTo>
                  <a:pt x="457405" y="2089574"/>
                  <a:pt x="264110" y="2059112"/>
                  <a:pt x="82307" y="2002566"/>
                </a:cubicBezTo>
                <a:lnTo>
                  <a:pt x="0" y="1972441"/>
                </a:lnTo>
                <a:close/>
              </a:path>
            </a:pathLst>
          </a:custGeom>
          <a:solidFill>
            <a:schemeClr val="bg1"/>
          </a:solidFill>
          <a:ln>
            <a:noFill/>
            <a:prstDash val="solid"/>
          </a:ln>
          <a:effectLst>
            <a:outerShdw blurRad="863600" dist="304800" dir="8100000" algn="tr" rotWithShape="0">
              <a:schemeClr val="accent3">
                <a:alpha val="1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latin typeface="Arial" panose="020B0604020202020204" pitchFamily="34" charset="0"/>
            </a:endParaRPr>
          </a:p>
        </p:txBody>
      </p:sp>
      <p:sp>
        <p:nvSpPr>
          <p:cNvPr id="6" name="标题"/>
          <p:cNvSpPr txBox="1">
            <a:spLocks noGrp="1"/>
          </p:cNvSpPr>
          <p:nvPr>
            <p:ph type="title" idx="1"/>
            <p:custDataLst>
              <p:tags r:id="rId15"/>
            </p:custDataLst>
          </p:nvPr>
        </p:nvSpPr>
        <p:spPr>
          <a:xfrm>
            <a:off x="695960" y="360000"/>
            <a:ext cx="10800000" cy="720000"/>
          </a:xfrm>
          <a:prstGeom prst="rect">
            <a:avLst/>
          </a:prstGeom>
          <a:noFill/>
        </p:spPr>
        <p:txBody>
          <a:bodyPr vert="horz" wrap="square" lIns="71755" tIns="0" rIns="0" bIns="0" rtlCol="0" anchor="b" anchorCtr="0">
            <a:normAutofit/>
          </a:bodyPr>
          <a:lstStyle>
            <a:lvl1pPr marL="0" marR="0" lvl="0" algn="l" defTabSz="914400" rtl="0" eaLnBrk="1" fontAlgn="auto" latinLnBrk="0" hangingPunct="1">
              <a:lnSpc>
                <a:spcPct val="100000"/>
              </a:lnSpc>
              <a:buClrTx/>
              <a:buSzTx/>
              <a:buFontTx/>
              <a:buNone/>
              <a:defRPr kumimoji="0" lang="en-US" sz="3600" b="0" i="0" u="none" strike="noStrike" kern="1200" cap="none" spc="0" normalizeH="0" baseline="0" noProof="1" dirty="0">
                <a:solidFill>
                  <a:schemeClr val="tx1">
                    <a:lumMod val="75000"/>
                    <a:lumOff val="25000"/>
                  </a:schemeClr>
                </a:solidFill>
                <a:latin typeface="+mj-lt"/>
                <a:sym typeface="+mn-ea"/>
              </a:defRPr>
            </a:lvl1pPr>
          </a:lstStyle>
          <a:p>
            <a:pPr lvl="0" algn="l">
              <a:buClrTx/>
              <a:buSzTx/>
              <a:buFontTx/>
            </a:pPr>
            <a:r>
              <a:rPr dirty="0">
                <a:latin typeface="+mj-lt"/>
                <a:sym typeface="+mn-ea"/>
              </a:rPr>
              <a:t>Click to add title</a:t>
            </a:r>
            <a:endParaRPr dirty="0">
              <a:sym typeface="+mn-ea"/>
            </a:endParaRPr>
          </a:p>
        </p:txBody>
      </p:sp>
      <p:sp>
        <p:nvSpPr>
          <p:cNvPr id="3" name="日期占位符 2"/>
          <p:cNvSpPr>
            <a:spLocks noGrp="1"/>
          </p:cNvSpPr>
          <p:nvPr>
            <p:ph type="dt" sz="half" idx="10"/>
            <p:custDataLst>
              <p:tags r:id="rId16"/>
            </p:custDataLst>
          </p:nvPr>
        </p:nvSpPr>
        <p:spPr>
          <a:xfrm>
            <a:off x="695960" y="6356350"/>
            <a:ext cx="2743200" cy="365125"/>
          </a:xfrm>
        </p:spPr>
        <p:txBody>
          <a:bodyPr/>
          <a:lstStyle>
            <a:lvl1pPr>
              <a:defRPr>
                <a:latin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17"/>
            </p:custDataLst>
          </p:nvPr>
        </p:nvSpPr>
        <p:spPr>
          <a:xfrm>
            <a:off x="4038600" y="6356350"/>
            <a:ext cx="4114800" cy="365125"/>
          </a:xfrm>
        </p:spPr>
        <p:txBody>
          <a:bodyPr/>
          <a:lstStyle>
            <a:lvl1pPr>
              <a:defRPr>
                <a:latin typeface="Arial" panose="020B0604020202020204" pitchFamily="34" charset="0"/>
              </a:defRPr>
            </a:lvl1pPr>
          </a:lstStyle>
          <a:p>
            <a:endParaRPr lang="en-US"/>
          </a:p>
        </p:txBody>
      </p:sp>
      <p:sp>
        <p:nvSpPr>
          <p:cNvPr id="5" name="灯片编号占位符 4"/>
          <p:cNvSpPr>
            <a:spLocks noGrp="1"/>
          </p:cNvSpPr>
          <p:nvPr>
            <p:ph type="sldNum" sz="quarter" idx="12"/>
            <p:custDataLst>
              <p:tags r:id="rId18"/>
            </p:custDataLst>
          </p:nvPr>
        </p:nvSpPr>
        <p:spPr>
          <a:xfrm>
            <a:off x="8753983" y="6356350"/>
            <a:ext cx="2743200" cy="365125"/>
          </a:xfrm>
        </p:spPr>
        <p:txBody>
          <a:bodyPr/>
          <a:lstStyle>
            <a:lvl1pPr>
              <a:defRPr>
                <a:latin typeface="Arial" panose="020B0604020202020204" pitchFamily="34" charset="0"/>
              </a:defRPr>
            </a:lvl1pPr>
          </a:lstStyle>
          <a:p>
            <a:fld id="{73127340-2293-49D2-96F1-6E7BF0C8FD9C}" type="slidenum">
              <a:rPr lang="en-US" smtClean="0"/>
            </a:fld>
            <a:endParaRPr lang="en-US"/>
          </a:p>
        </p:txBody>
      </p:sp>
      <p:sp>
        <p:nvSpPr>
          <p:cNvPr id="2" name="文本占位符 1"/>
          <p:cNvSpPr>
            <a:spLocks noGrp="1"/>
          </p:cNvSpPr>
          <p:nvPr>
            <p:ph type="body" idx="21"/>
            <p:custDataLst>
              <p:tags r:id="rId19"/>
            </p:custDataLst>
          </p:nvPr>
        </p:nvSpPr>
        <p:spPr>
          <a:xfrm>
            <a:off x="695960" y="1301749"/>
            <a:ext cx="10800000" cy="4873625"/>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130000"/>
              </a:lnSpc>
              <a:spcBef>
                <a:spcPts val="0"/>
              </a:spcBef>
              <a:spcAft>
                <a:spcPts val="1000"/>
              </a:spcAft>
              <a:buClrTx/>
              <a:buSzTx/>
              <a:buFont typeface="Arial" panose="020B0604020202020204" pitchFamily="34" charset="0"/>
              <a:buChar char="●"/>
            </a:pPr>
            <a:r>
              <a:rPr lang="en-US" dirty="0">
                <a:latin typeface="+mn-lt"/>
              </a:rPr>
              <a:t>Click to add text</a:t>
            </a:r>
            <a:endParaRPr lang="en-US" dirty="0"/>
          </a:p>
        </p:txBody>
      </p:sp>
      <p:sp>
        <p:nvSpPr>
          <p:cNvPr id="9" name="KSO_TEMPLATE" hidden="1"/>
          <p:cNvSpPr/>
          <p:nvPr userDrawn="1">
            <p:custDataLst>
              <p:tags r:id="rId20"/>
            </p:custDataLst>
          </p:nvPr>
        </p:nvSpPr>
        <p:spPr>
          <a:xfrm>
            <a:off x="0" y="0"/>
            <a:ext cx="0" cy="0"/>
          </a:xfrm>
          <a:prstGeom prst="rect">
            <a:avLst/>
          </a:prstGeom>
          <a:solidFill>
            <a:schemeClr val="bg1"/>
          </a:solidFill>
          <a:ln>
            <a:noFill/>
            <a:prstDash val="solid"/>
          </a:ln>
          <a:effectLst>
            <a:outerShdw blurRad="203200" dist="101600" dir="8100000" algn="tr" rotWithShape="0">
              <a:srgbClr val="FF5DA9">
                <a:alpha val="1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3200" kern="1200">
          <a:solidFill>
            <a:schemeClr val="tx1">
              <a:lumMod val="85000"/>
              <a:lumOff val="15000"/>
            </a:schemeClr>
          </a:solidFill>
          <a:latin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0" lang="en-US" sz="1800" b="0" i="0" u="none" strike="noStrike" kern="1200" cap="none" spc="0" normalizeH="0" baseline="0" noProof="1" dirty="0" smtClean="0">
          <a:ln>
            <a:noFill/>
            <a:prstDash val="sysDot"/>
          </a:ln>
          <a:solidFill>
            <a:schemeClr val="tx1">
              <a:lumMod val="75000"/>
              <a:lumOff val="25000"/>
            </a:schemeClr>
          </a:solidFill>
          <a:uFillTx/>
          <a:latin typeface="Arial" panose="020B0604020202020204" pitchFamily="34" charset="0"/>
          <a:sym typeface="Arial" panose="020B0604020202020204" pitchFamily="34" charset="0"/>
        </a:defRPr>
      </a:lvl1pPr>
      <a:lvl2pPr marL="685800" marR="0" indent="-228600" algn="l" defTabSz="914400" rtl="0" eaLnBrk="1" fontAlgn="auto" latinLnBrk="0" hangingPunct="1">
        <a:lnSpc>
          <a:spcPct val="120000"/>
        </a:lnSpc>
        <a:spcBef>
          <a:spcPts val="0"/>
        </a:spcBef>
        <a:buFont typeface="Arial" panose="020B0604020202020204" pitchFamily="34" charset="0"/>
        <a:buChar char="•"/>
        <a:defRPr kumimoji="0" lang="en-US" sz="1600" b="0" i="0" u="none" strike="noStrike" kern="1200" cap="none" spc="150" normalizeH="0" baseline="0" dirty="0" smtClean="0">
          <a:solidFill>
            <a:schemeClr val="tx1">
              <a:lumMod val="50000"/>
              <a:lumOff val="50000"/>
            </a:schemeClr>
          </a:solidFill>
          <a:uFillTx/>
          <a:latin typeface="+mn-ea"/>
        </a:defRPr>
      </a:lvl2pPr>
      <a:lvl3pPr marL="1143000" marR="0" indent="-228600" algn="l" defTabSz="914400" rtl="0" eaLnBrk="1" fontAlgn="auto" latinLnBrk="0" hangingPunct="1">
        <a:lnSpc>
          <a:spcPct val="120000"/>
        </a:lnSpc>
        <a:spcBef>
          <a:spcPts val="0"/>
        </a:spcBef>
        <a:buFont typeface="Arial" panose="020B0604020202020204" pitchFamily="34" charset="0"/>
        <a:buChar char="•"/>
        <a:defRPr kumimoji="0" lang="en-US" sz="1600" b="0" i="0" u="none" strike="noStrike" kern="1200" cap="none" spc="150" normalizeH="0" baseline="0" dirty="0" smtClean="0">
          <a:solidFill>
            <a:schemeClr val="tx1">
              <a:lumMod val="50000"/>
              <a:lumOff val="50000"/>
            </a:schemeClr>
          </a:solidFill>
          <a:uFillTx/>
          <a:latin typeface="+mn-ea"/>
        </a:defRPr>
      </a:lvl3pPr>
      <a:lvl4pPr marL="1600200" marR="0" indent="-228600" algn="l" defTabSz="914400" rtl="0" eaLnBrk="1" fontAlgn="auto" latinLnBrk="0" hangingPunct="1">
        <a:lnSpc>
          <a:spcPct val="120000"/>
        </a:lnSpc>
        <a:spcBef>
          <a:spcPts val="0"/>
        </a:spcBef>
        <a:buFont typeface="Arial" panose="020B0604020202020204" pitchFamily="34" charset="0"/>
        <a:buChar char="•"/>
        <a:defRPr kumimoji="0" lang="en-US" sz="1600" b="0" i="0" u="none" strike="noStrike" kern="1200" cap="none" spc="150" normalizeH="0" baseline="0" dirty="0" smtClean="0">
          <a:solidFill>
            <a:schemeClr val="tx1">
              <a:lumMod val="50000"/>
              <a:lumOff val="50000"/>
            </a:schemeClr>
          </a:solidFill>
          <a:uFillTx/>
          <a:latin typeface="+mn-ea"/>
        </a:defRPr>
      </a:lvl4pPr>
      <a:lvl5pPr marL="2057400" marR="0" indent="-228600" algn="l" defTabSz="914400" rtl="0" eaLnBrk="1" fontAlgn="auto" latinLnBrk="0" hangingPunct="1">
        <a:lnSpc>
          <a:spcPct val="120000"/>
        </a:lnSpc>
        <a:spcBef>
          <a:spcPts val="0"/>
        </a:spcBef>
        <a:buFont typeface="Arial" panose="020B0604020202020204" pitchFamily="34" charset="0"/>
        <a:buChar char="•"/>
        <a:defRPr kumimoji="0" lang="en-US" sz="1600" b="0" i="0" u="none" strike="noStrike" kern="1200" cap="none" spc="150" normalizeH="0" baseline="0" dirty="0">
          <a:solidFill>
            <a:schemeClr val="tx1">
              <a:lumMod val="50000"/>
              <a:lumOff val="50000"/>
            </a:schemeClr>
          </a:solidFill>
          <a:uFillTx/>
          <a:latin typeface="+mn-ea"/>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23.xml"/><Relationship Id="rId7" Type="http://schemas.openxmlformats.org/officeDocument/2006/relationships/tags" Target="../tags/tag104.xml"/><Relationship Id="rId6" Type="http://schemas.openxmlformats.org/officeDocument/2006/relationships/image" Target="../media/image6.jpeg"/><Relationship Id="rId5" Type="http://schemas.openxmlformats.org/officeDocument/2006/relationships/tags" Target="../tags/tag103.xml"/><Relationship Id="rId4" Type="http://schemas.openxmlformats.org/officeDocument/2006/relationships/image" Target="../media/image5.jpeg"/><Relationship Id="rId3" Type="http://schemas.openxmlformats.org/officeDocument/2006/relationships/tags" Target="../tags/tag102.xml"/><Relationship Id="rId2" Type="http://schemas.openxmlformats.org/officeDocument/2006/relationships/tags" Target="../tags/tag101.xml"/><Relationship Id="rId1" Type="http://schemas.openxmlformats.org/officeDocument/2006/relationships/tags" Target="../tags/tag100.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19.xml"/><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tags" Target="../tags/tag108.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13.xml"/><Relationship Id="rId2" Type="http://schemas.openxmlformats.org/officeDocument/2006/relationships/tags" Target="../tags/tag112.xml"/><Relationship Id="rId1" Type="http://schemas.openxmlformats.org/officeDocument/2006/relationships/tags" Target="../tags/tag11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16.xml"/><Relationship Id="rId2" Type="http://schemas.openxmlformats.org/officeDocument/2006/relationships/tags" Target="../tags/tag115.xml"/><Relationship Id="rId1" Type="http://schemas.openxmlformats.org/officeDocument/2006/relationships/tags" Target="../tags/tag11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19.xml"/><Relationship Id="rId2" Type="http://schemas.openxmlformats.org/officeDocument/2006/relationships/tags" Target="../tags/tag118.xml"/><Relationship Id="rId1" Type="http://schemas.openxmlformats.org/officeDocument/2006/relationships/tags" Target="../tags/tag117.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22.xml"/><Relationship Id="rId2" Type="http://schemas.openxmlformats.org/officeDocument/2006/relationships/tags" Target="../tags/tag121.xml"/><Relationship Id="rId1" Type="http://schemas.openxmlformats.org/officeDocument/2006/relationships/tags" Target="../tags/tag120.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25.xml"/><Relationship Id="rId2" Type="http://schemas.openxmlformats.org/officeDocument/2006/relationships/tags" Target="../tags/tag124.xml"/><Relationship Id="rId1" Type="http://schemas.openxmlformats.org/officeDocument/2006/relationships/tags" Target="../tags/tag123.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3.xml"/><Relationship Id="rId5" Type="http://schemas.openxmlformats.org/officeDocument/2006/relationships/tags" Target="../tags/tag129.xml"/><Relationship Id="rId4" Type="http://schemas.openxmlformats.org/officeDocument/2006/relationships/tags" Target="../tags/tag128.xml"/><Relationship Id="rId3" Type="http://schemas.openxmlformats.org/officeDocument/2006/relationships/image" Target="../media/image7.png"/><Relationship Id="rId2" Type="http://schemas.openxmlformats.org/officeDocument/2006/relationships/tags" Target="../tags/tag127.xml"/><Relationship Id="rId1" Type="http://schemas.openxmlformats.org/officeDocument/2006/relationships/tags" Target="../tags/tag126.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s>
</file>

<file path=ppt/slides/_rels/slide11.xml.rels><?xml version="1.0" encoding="UTF-8" standalone="yes"?>
<Relationships xmlns="http://schemas.openxmlformats.org/package/2006/relationships"><Relationship Id="rId5" Type="http://schemas.openxmlformats.org/officeDocument/2006/relationships/slideLayout" Target="../slideLayouts/slideLayout23.xml"/><Relationship Id="rId4" Type="http://schemas.openxmlformats.org/officeDocument/2006/relationships/tags" Target="../tags/tag135.xml"/><Relationship Id="rId3" Type="http://schemas.openxmlformats.org/officeDocument/2006/relationships/tags" Target="../tags/tag134.xml"/><Relationship Id="rId2" Type="http://schemas.openxmlformats.org/officeDocument/2006/relationships/image" Target="../media/image8.png"/><Relationship Id="rId1" Type="http://schemas.openxmlformats.org/officeDocument/2006/relationships/tags" Target="../tags/tag133.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3.xml"/><Relationship Id="rId4" Type="http://schemas.openxmlformats.org/officeDocument/2006/relationships/tags" Target="../tags/tag141.xml"/><Relationship Id="rId3" Type="http://schemas.openxmlformats.org/officeDocument/2006/relationships/image" Target="../media/image9.png"/><Relationship Id="rId2" Type="http://schemas.openxmlformats.org/officeDocument/2006/relationships/tags" Target="../tags/tag140.xml"/><Relationship Id="rId1" Type="http://schemas.openxmlformats.org/officeDocument/2006/relationships/tags" Target="../tags/tag139.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3.xml"/><Relationship Id="rId5" Type="http://schemas.openxmlformats.org/officeDocument/2006/relationships/tags" Target="../tags/tag145.xml"/><Relationship Id="rId4" Type="http://schemas.openxmlformats.org/officeDocument/2006/relationships/tags" Target="../tags/tag144.xml"/><Relationship Id="rId3" Type="http://schemas.openxmlformats.org/officeDocument/2006/relationships/image" Target="../media/image10.png"/><Relationship Id="rId2" Type="http://schemas.openxmlformats.org/officeDocument/2006/relationships/tags" Target="../tags/tag143.xml"/><Relationship Id="rId1" Type="http://schemas.openxmlformats.org/officeDocument/2006/relationships/tags" Target="../tags/tag142.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3.xml"/><Relationship Id="rId5" Type="http://schemas.openxmlformats.org/officeDocument/2006/relationships/tags" Target="../tags/tag149.xml"/><Relationship Id="rId4" Type="http://schemas.openxmlformats.org/officeDocument/2006/relationships/tags" Target="../tags/tag148.xml"/><Relationship Id="rId3" Type="http://schemas.openxmlformats.org/officeDocument/2006/relationships/image" Target="../media/image11.png"/><Relationship Id="rId2" Type="http://schemas.openxmlformats.org/officeDocument/2006/relationships/tags" Target="../tags/tag147.xml"/><Relationship Id="rId1" Type="http://schemas.openxmlformats.org/officeDocument/2006/relationships/tags" Target="../tags/tag146.xml"/></Relationships>
</file>

<file path=ppt/slides/_rels/slide16.xml.rels><?xml version="1.0" encoding="UTF-8" standalone="yes"?>
<Relationships xmlns="http://schemas.openxmlformats.org/package/2006/relationships"><Relationship Id="rId6" Type="http://schemas.openxmlformats.org/officeDocument/2006/relationships/slideLayout" Target="../slideLayouts/slideLayout23.xml"/><Relationship Id="rId5" Type="http://schemas.openxmlformats.org/officeDocument/2006/relationships/tags" Target="../tags/tag153.xml"/><Relationship Id="rId4" Type="http://schemas.openxmlformats.org/officeDocument/2006/relationships/tags" Target="../tags/tag152.xml"/><Relationship Id="rId3" Type="http://schemas.openxmlformats.org/officeDocument/2006/relationships/image" Target="../media/image12.png"/><Relationship Id="rId2" Type="http://schemas.openxmlformats.org/officeDocument/2006/relationships/tags" Target="../tags/tag151.xml"/><Relationship Id="rId1" Type="http://schemas.openxmlformats.org/officeDocument/2006/relationships/tags" Target="../tags/tag150.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3.xml"/><Relationship Id="rId4" Type="http://schemas.openxmlformats.org/officeDocument/2006/relationships/tags" Target="../tags/tag156.xml"/><Relationship Id="rId3" Type="http://schemas.openxmlformats.org/officeDocument/2006/relationships/tags" Target="../tags/tag155.xml"/><Relationship Id="rId2" Type="http://schemas.openxmlformats.org/officeDocument/2006/relationships/image" Target="../media/image13.png"/><Relationship Id="rId1" Type="http://schemas.openxmlformats.org/officeDocument/2006/relationships/tags" Target="../tags/tag154.xml"/></Relationships>
</file>

<file path=ppt/slides/_rels/slide18.xml.rels><?xml version="1.0" encoding="UTF-8" standalone="yes"?>
<Relationships xmlns="http://schemas.openxmlformats.org/package/2006/relationships"><Relationship Id="rId5" Type="http://schemas.openxmlformats.org/officeDocument/2006/relationships/slideLayout" Target="../slideLayouts/slideLayout23.xml"/><Relationship Id="rId4" Type="http://schemas.openxmlformats.org/officeDocument/2006/relationships/tags" Target="../tags/tag159.xml"/><Relationship Id="rId3" Type="http://schemas.openxmlformats.org/officeDocument/2006/relationships/tags" Target="../tags/tag158.xml"/><Relationship Id="rId2" Type="http://schemas.openxmlformats.org/officeDocument/2006/relationships/image" Target="../media/image14.png"/><Relationship Id="rId1" Type="http://schemas.openxmlformats.org/officeDocument/2006/relationships/tags" Target="../tags/tag15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6.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image" Target="../media/image17.png"/></Relationships>
</file>

<file path=ppt/slides/_rels/slide22.xml.rels><?xml version="1.0" encoding="UTF-8" standalone="yes"?>
<Relationships xmlns="http://schemas.openxmlformats.org/package/2006/relationships"><Relationship Id="rId5" Type="http://schemas.openxmlformats.org/officeDocument/2006/relationships/slideLayout" Target="../slideLayouts/slideLayout23.xml"/><Relationship Id="rId4" Type="http://schemas.openxmlformats.org/officeDocument/2006/relationships/tags" Target="../tags/tag162.xml"/><Relationship Id="rId3" Type="http://schemas.openxmlformats.org/officeDocument/2006/relationships/tags" Target="../tags/tag161.xml"/><Relationship Id="rId2" Type="http://schemas.openxmlformats.org/officeDocument/2006/relationships/image" Target="../media/image18.png"/><Relationship Id="rId1" Type="http://schemas.openxmlformats.org/officeDocument/2006/relationships/tags" Target="../tags/tag160.xml"/></Relationships>
</file>

<file path=ppt/slides/_rels/slide23.xml.rels><?xml version="1.0" encoding="UTF-8" standalone="yes"?>
<Relationships xmlns="http://schemas.openxmlformats.org/package/2006/relationships"><Relationship Id="rId5" Type="http://schemas.openxmlformats.org/officeDocument/2006/relationships/slideLayout" Target="../slideLayouts/slideLayout23.xml"/><Relationship Id="rId4" Type="http://schemas.openxmlformats.org/officeDocument/2006/relationships/tags" Target="../tags/tag165.xml"/><Relationship Id="rId3" Type="http://schemas.openxmlformats.org/officeDocument/2006/relationships/tags" Target="../tags/tag164.xml"/><Relationship Id="rId2" Type="http://schemas.openxmlformats.org/officeDocument/2006/relationships/image" Target="../media/image19.png"/><Relationship Id="rId1" Type="http://schemas.openxmlformats.org/officeDocument/2006/relationships/tags" Target="../tags/tag163.xml"/></Relationships>
</file>

<file path=ppt/slides/_rels/slide24.xml.rels><?xml version="1.0" encoding="UTF-8" standalone="yes"?>
<Relationships xmlns="http://schemas.openxmlformats.org/package/2006/relationships"><Relationship Id="rId5" Type="http://schemas.openxmlformats.org/officeDocument/2006/relationships/slideLayout" Target="../slideLayouts/slideLayout23.xml"/><Relationship Id="rId4" Type="http://schemas.openxmlformats.org/officeDocument/2006/relationships/tags" Target="../tags/tag168.xml"/><Relationship Id="rId3" Type="http://schemas.openxmlformats.org/officeDocument/2006/relationships/tags" Target="../tags/tag167.xml"/><Relationship Id="rId2" Type="http://schemas.openxmlformats.org/officeDocument/2006/relationships/image" Target="../media/image20.png"/><Relationship Id="rId1" Type="http://schemas.openxmlformats.org/officeDocument/2006/relationships/tags" Target="../tags/tag166.xml"/></Relationships>
</file>

<file path=ppt/slides/_rels/slide25.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74.xml"/><Relationship Id="rId2" Type="http://schemas.openxmlformats.org/officeDocument/2006/relationships/tags" Target="../tags/tag173.xml"/><Relationship Id="rId1" Type="http://schemas.openxmlformats.org/officeDocument/2006/relationships/tags" Target="../tags/tag172.xml"/></Relationships>
</file>

<file path=ppt/slides/_rels/slide27.xml.rels><?xml version="1.0" encoding="UTF-8" standalone="yes"?>
<Relationships xmlns="http://schemas.openxmlformats.org/package/2006/relationships"><Relationship Id="rId5" Type="http://schemas.openxmlformats.org/officeDocument/2006/relationships/slideLayout" Target="../slideLayouts/slideLayout23.xml"/><Relationship Id="rId4" Type="http://schemas.openxmlformats.org/officeDocument/2006/relationships/tags" Target="../tags/tag177.xml"/><Relationship Id="rId3" Type="http://schemas.openxmlformats.org/officeDocument/2006/relationships/tags" Target="../tags/tag176.xml"/><Relationship Id="rId2" Type="http://schemas.openxmlformats.org/officeDocument/2006/relationships/image" Target="../media/image21.png"/><Relationship Id="rId1" Type="http://schemas.openxmlformats.org/officeDocument/2006/relationships/tags" Target="../tags/tag175.xml"/></Relationships>
</file>

<file path=ppt/slides/_rels/slide28.xml.rels><?xml version="1.0" encoding="UTF-8" standalone="yes"?>
<Relationships xmlns="http://schemas.openxmlformats.org/package/2006/relationships"><Relationship Id="rId4" Type="http://schemas.openxmlformats.org/officeDocument/2006/relationships/slideLayout" Target="../slideLayouts/slideLayout23.xml"/><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s>
</file>

<file path=ppt/slides/_rels/slide29.xml.rels><?xml version="1.0" encoding="UTF-8" standalone="yes"?>
<Relationships xmlns="http://schemas.openxmlformats.org/package/2006/relationships"><Relationship Id="rId7" Type="http://schemas.openxmlformats.org/officeDocument/2006/relationships/slideLayout" Target="../slideLayouts/slideLayout22.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tags" Target="../tags/tag183.xml"/><Relationship Id="rId3" Type="http://schemas.openxmlformats.org/officeDocument/2006/relationships/image" Target="../media/image22.png"/><Relationship Id="rId2" Type="http://schemas.openxmlformats.org/officeDocument/2006/relationships/tags" Target="../tags/tag182.xml"/><Relationship Id="rId1" Type="http://schemas.openxmlformats.org/officeDocument/2006/relationships/tags" Target="../tags/tag1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1"/>
          <p:cNvSpPr>
            <a:spLocks noGrp="1"/>
          </p:cNvSpPr>
          <p:nvPr>
            <p:custDataLst>
              <p:tags r:id="rId1"/>
            </p:custDataLst>
          </p:nvPr>
        </p:nvSpPr>
        <p:spPr>
          <a:xfrm>
            <a:off x="423545" y="424180"/>
            <a:ext cx="11576050" cy="2865120"/>
          </a:xfrm>
          <a:prstGeom prst="rect">
            <a:avLst/>
          </a:prstGeom>
        </p:spPr>
        <p:txBody>
          <a:bodyPr vert="horz" wrap="square" lIns="91440" tIns="45720" rIns="91440" bIns="45720" rtlCol="0" anchor="b">
            <a:normAutofit fontScale="900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2800" b="1" dirty="0">
                <a:solidFill>
                  <a:schemeClr val="accent1"/>
                </a:solidFill>
                <a:latin typeface="Times New Roman" panose="02020603050405020304" pitchFamily="18" charset="0"/>
                <a:cs typeface="Times New Roman" panose="02020603050405020304" pitchFamily="18" charset="0"/>
                <a:sym typeface="+mn-ea"/>
              </a:rPr>
              <a:t>CMR TECHNICAL CAMPUS</a:t>
            </a:r>
            <a:br>
              <a:rPr lang="en-IN" sz="1200" b="1" dirty="0">
                <a:solidFill>
                  <a:schemeClr val="tx1"/>
                </a:solidFill>
                <a:latin typeface="Times New Roman" panose="02020603050405020304" pitchFamily="18" charset="0"/>
                <a:cs typeface="Times New Roman" panose="02020603050405020304" pitchFamily="18" charset="0"/>
                <a:sym typeface="+mn-ea"/>
              </a:rPr>
            </a:br>
            <a:r>
              <a:rPr lang="en-IN" sz="2700" b="1" dirty="0">
                <a:solidFill>
                  <a:schemeClr val="accent1"/>
                </a:solidFill>
                <a:latin typeface="Times New Roman" panose="02020603050405020304" pitchFamily="18" charset="0"/>
                <a:cs typeface="Times New Roman" panose="02020603050405020304" pitchFamily="18" charset="0"/>
                <a:sym typeface="+mn-ea"/>
              </a:rPr>
              <a:t>UGC AUTONOMOUS</a:t>
            </a:r>
            <a:br>
              <a:rPr lang="en-IN" sz="1600" b="1" dirty="0">
                <a:solidFill>
                  <a:schemeClr val="accent1"/>
                </a:solidFill>
                <a:latin typeface="Times New Roman" panose="02020603050405020304" pitchFamily="18" charset="0"/>
                <a:cs typeface="Times New Roman" panose="02020603050405020304" pitchFamily="18" charset="0"/>
                <a:sym typeface="+mn-ea"/>
              </a:rPr>
            </a:br>
            <a:r>
              <a:rPr lang="en-IN" sz="2000" b="1" dirty="0">
                <a:solidFill>
                  <a:schemeClr val="tx1"/>
                </a:solidFill>
                <a:latin typeface="Times New Roman" panose="02020603050405020304" pitchFamily="18" charset="0"/>
                <a:cs typeface="Times New Roman" panose="02020603050405020304" pitchFamily="18" charset="0"/>
                <a:sym typeface="+mn-ea"/>
              </a:rPr>
              <a:t>Accredited by NBA &amp; NAAC with ‘A’ Grade</a:t>
            </a:r>
            <a:br>
              <a:rPr lang="en-IN" sz="1800" b="1" dirty="0">
                <a:solidFill>
                  <a:schemeClr val="tx1"/>
                </a:solidFill>
                <a:latin typeface="Times New Roman" panose="02020603050405020304" pitchFamily="18" charset="0"/>
                <a:cs typeface="Times New Roman" panose="02020603050405020304" pitchFamily="18" charset="0"/>
                <a:sym typeface="+mn-ea"/>
              </a:rPr>
            </a:br>
            <a:r>
              <a:rPr lang="en-IN" sz="2000" b="1" dirty="0">
                <a:solidFill>
                  <a:schemeClr val="tx1"/>
                </a:solidFill>
                <a:latin typeface="Times New Roman" panose="02020603050405020304" pitchFamily="18" charset="0"/>
                <a:cs typeface="Times New Roman" panose="02020603050405020304" pitchFamily="18" charset="0"/>
                <a:sym typeface="+mn-ea"/>
              </a:rPr>
              <a:t>Approved by AICTE, New Delhi and JNTU, Hyderabad</a:t>
            </a:r>
            <a:br>
              <a:rPr lang="en-IN" sz="2000" b="1" dirty="0">
                <a:solidFill>
                  <a:schemeClr val="tx1"/>
                </a:solidFill>
                <a:latin typeface="Times New Roman" panose="02020603050405020304" pitchFamily="18" charset="0"/>
                <a:cs typeface="Times New Roman" panose="02020603050405020304" pitchFamily="18" charset="0"/>
                <a:sym typeface="+mn-ea"/>
              </a:rPr>
            </a:br>
            <a:r>
              <a:rPr lang="en-US" sz="18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Kandlakoya</a:t>
            </a: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(V), </a:t>
            </a:r>
            <a:r>
              <a:rPr lang="en-US" sz="1800" dirty="0" err="1">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Medchal</a:t>
            </a:r>
            <a:r>
              <a:rPr lang="en-US" sz="1800" spc="5"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Road,</a:t>
            </a:r>
            <a:r>
              <a:rPr lang="en-US" sz="1800" spc="-5"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18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Hyderabad-501401, Telangana</a:t>
            </a:r>
            <a:br>
              <a:rPr lang="en-IN" sz="1800" dirty="0">
                <a:solidFill>
                  <a:schemeClr val="tx1"/>
                </a:solidFill>
                <a:latin typeface="Times New Roman" panose="02020603050405020304" pitchFamily="18" charset="0"/>
                <a:cs typeface="Times New Roman" panose="02020603050405020304" pitchFamily="18" charset="0"/>
                <a:sym typeface="+mn-ea"/>
              </a:rPr>
            </a:br>
            <a:r>
              <a:rPr lang="en-IN" sz="2400" b="1" dirty="0">
                <a:solidFill>
                  <a:srgbClr val="FF0000"/>
                </a:solidFill>
                <a:latin typeface="Times New Roman" panose="02020603050405020304" pitchFamily="18" charset="0"/>
                <a:cs typeface="Times New Roman" panose="02020603050405020304" pitchFamily="18" charset="0"/>
                <a:sym typeface="+mn-ea"/>
              </a:rPr>
              <a:t>Department of Computer Science and Engineering</a:t>
            </a:r>
            <a:br>
              <a:rPr lang="en-IN" sz="1200" b="1" dirty="0">
                <a:solidFill>
                  <a:srgbClr val="FF0000"/>
                </a:solidFill>
                <a:latin typeface="Times New Roman" panose="02020603050405020304" pitchFamily="18" charset="0"/>
                <a:cs typeface="Times New Roman" panose="02020603050405020304" pitchFamily="18" charset="0"/>
                <a:sym typeface="+mn-ea"/>
              </a:rPr>
            </a:br>
            <a:r>
              <a:rPr lang="en-IN" sz="2400" b="1" dirty="0">
                <a:solidFill>
                  <a:srgbClr val="FF0000"/>
                </a:solidFill>
                <a:latin typeface="Times New Roman" panose="02020603050405020304" pitchFamily="18" charset="0"/>
                <a:cs typeface="Times New Roman" panose="02020603050405020304" pitchFamily="18" charset="0"/>
                <a:sym typeface="+mn-ea"/>
              </a:rPr>
              <a:t> </a:t>
            </a:r>
            <a:br>
              <a:rPr lang="en-IN" sz="2400" b="1" dirty="0">
                <a:solidFill>
                  <a:srgbClr val="FF0000"/>
                </a:solidFill>
                <a:latin typeface="Times New Roman" panose="02020603050405020304" pitchFamily="18" charset="0"/>
                <a:cs typeface="Times New Roman" panose="02020603050405020304" pitchFamily="18" charset="0"/>
                <a:sym typeface="+mn-ea"/>
              </a:rPr>
            </a:br>
            <a:r>
              <a:rPr lang="en-IN" sz="2400" b="1" dirty="0">
                <a:solidFill>
                  <a:schemeClr val="tx1"/>
                </a:solidFill>
                <a:latin typeface="Times New Roman" panose="02020603050405020304" pitchFamily="18" charset="0"/>
                <a:cs typeface="Times New Roman" panose="02020603050405020304" pitchFamily="18" charset="0"/>
                <a:sym typeface="+mn-ea"/>
              </a:rPr>
              <a:t>PLANT DISEASE IDENTIFICATION AND PESTICIDES RECOMMENDATION </a:t>
            </a:r>
            <a:endParaRPr lang="en-IN" sz="2400" b="1" dirty="0">
              <a:solidFill>
                <a:schemeClr val="tx1"/>
              </a:solidFill>
              <a:latin typeface="Times New Roman" panose="02020603050405020304" pitchFamily="18" charset="0"/>
              <a:cs typeface="Times New Roman" panose="02020603050405020304" pitchFamily="18" charset="0"/>
              <a:sym typeface="+mn-ea"/>
            </a:endParaRPr>
          </a:p>
          <a:p>
            <a:r>
              <a:rPr lang="en-IN" sz="2400" b="1" dirty="0">
                <a:solidFill>
                  <a:schemeClr val="tx1"/>
                </a:solidFill>
                <a:latin typeface="Times New Roman" panose="02020603050405020304" pitchFamily="18" charset="0"/>
                <a:cs typeface="Times New Roman" panose="02020603050405020304" pitchFamily="18" charset="0"/>
                <a:sym typeface="+mn-ea"/>
              </a:rPr>
              <a:t>USING CNN </a:t>
            </a:r>
            <a:br>
              <a:rPr lang="en-IN" sz="24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br>
            <a:endParaRPr lang="en-IN" sz="2400" b="1"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endParaRPr>
          </a:p>
        </p:txBody>
      </p:sp>
      <p:sp>
        <p:nvSpPr>
          <p:cNvPr id="22" name="Subtitle 2"/>
          <p:cNvSpPr>
            <a:spLocks noGrp="1"/>
          </p:cNvSpPr>
          <p:nvPr>
            <p:custDataLst>
              <p:tags r:id="rId2"/>
            </p:custDataLst>
          </p:nvPr>
        </p:nvSpPr>
        <p:spPr>
          <a:xfrm>
            <a:off x="1524000" y="3289300"/>
            <a:ext cx="9144000" cy="3086735"/>
          </a:xfrm>
          <a:prstGeom prst="rect">
            <a:avLst/>
          </a:prstGeom>
        </p:spPr>
        <p:txBody>
          <a:bodyPr vert="horz" lIns="91440" tIns="45720" rIns="91440" bIns="45720" rtlCol="0">
            <a:normAutofit fontScale="900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69850" indent="0" algn="ctr">
              <a:spcBef>
                <a:spcPts val="600"/>
              </a:spcBef>
              <a:spcAft>
                <a:spcPts val="0"/>
              </a:spcAft>
              <a:buNone/>
              <a:tabLst>
                <a:tab pos="4675505" algn="l"/>
              </a:tabLst>
            </a:pPr>
            <a:r>
              <a:rPr lang="en-US" sz="2400" b="1" dirty="0">
                <a:solidFill>
                  <a:schemeClr val="tx1"/>
                </a:solidFill>
                <a:effectLst/>
                <a:ea typeface="Times New Roman" panose="02020603050405020304" pitchFamily="18" charset="0"/>
                <a:cs typeface="Times New Roman" panose="02020603050405020304" pitchFamily="18" charset="0"/>
                <a:sym typeface="+mn-ea"/>
              </a:rPr>
              <a:t> </a:t>
            </a:r>
            <a:r>
              <a:rPr 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BATCH NO : 0</a:t>
            </a:r>
            <a:r>
              <a:rPr lang="en-IN" alt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3</a:t>
            </a:r>
            <a:endParaRPr lang="en-IN" altLang="en-US" sz="2400" b="1" dirty="0">
              <a:solidFill>
                <a:srgbClr val="FF0000"/>
              </a:solidFill>
              <a:effectLst/>
              <a:latin typeface="Times New Roman" panose="02020603050405020304" pitchFamily="18" charset="0"/>
              <a:ea typeface="Times New Roman" panose="02020603050405020304" pitchFamily="18" charset="0"/>
              <a:cs typeface="Times New Roman" panose="02020603050405020304" pitchFamily="18" charset="0"/>
              <a:sym typeface="+mn-ea"/>
            </a:endParaRPr>
          </a:p>
          <a:p>
            <a:pPr marL="69850" indent="0" algn="ctr">
              <a:spcBef>
                <a:spcPts val="600"/>
              </a:spcBef>
              <a:spcAft>
                <a:spcPts val="0"/>
              </a:spcAft>
              <a:buNone/>
              <a:tabLst>
                <a:tab pos="4675505" algn="l"/>
              </a:tabLst>
            </a:pPr>
            <a:endParaRPr lang="en-US"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marL="469900" lvl="1" indent="0" algn="l" fontAlgn="ctr">
              <a:spcBef>
                <a:spcPts val="600"/>
              </a:spcBef>
              <a:buNone/>
              <a:tabLst>
                <a:tab pos="4675505" algn="l"/>
              </a:tabLst>
            </a:pPr>
            <a:r>
              <a:rPr lang="en-IN" alt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                         G. Manisha</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                     217R1A05</a:t>
            </a:r>
            <a:r>
              <a:rPr lang="en-IN" alt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25</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469900" lvl="1" indent="0" algn="l">
              <a:spcBef>
                <a:spcPts val="600"/>
              </a:spcBef>
              <a:buNone/>
              <a:tabLst>
                <a:tab pos="4675505" algn="l"/>
              </a:tabLst>
            </a:pPr>
            <a:r>
              <a:rPr lang="en-IN" altLang="en-US" sz="2400"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sym typeface="+mn-ea"/>
              </a:rPr>
              <a:t>                         M. Sachin   </a:t>
            </a:r>
            <a:r>
              <a:rPr lang="en-US" sz="2400" dirty="0" err="1">
                <a:solidFill>
                  <a:schemeClr val="tx1"/>
                </a:solidFill>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217R1A05</a:t>
            </a:r>
            <a:r>
              <a:rPr lang="en-IN" alt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35</a:t>
            </a:r>
            <a:endPar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469900" lvl="1" indent="0" algn="l">
              <a:spcBef>
                <a:spcPts val="600"/>
              </a:spcBef>
              <a:buNone/>
              <a:tabLst>
                <a:tab pos="4675505" algn="l"/>
              </a:tabLst>
            </a:pPr>
            <a:r>
              <a:rPr lang="en-IN" alt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                         B. Govardhan</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IN" alt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217R1A05</a:t>
            </a:r>
            <a:r>
              <a:rPr lang="en-IN" alt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14</a:t>
            </a:r>
            <a:endPar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12700" lvl="0" indent="0" algn="ctr">
              <a:lnSpc>
                <a:spcPct val="140000"/>
              </a:lnSpc>
              <a:spcBef>
                <a:spcPts val="600"/>
              </a:spcBef>
              <a:buNone/>
              <a:tabLst>
                <a:tab pos="4675505" algn="l"/>
              </a:tabLst>
            </a:pP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Under</a:t>
            </a:r>
            <a:r>
              <a:rPr lang="en-US" sz="2400" spc="-15"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the</a:t>
            </a:r>
            <a:r>
              <a:rPr lang="en-US" sz="2400" spc="-2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Guidance</a:t>
            </a:r>
            <a:r>
              <a:rPr lang="en-US" sz="2400" spc="-2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 </a:t>
            </a:r>
            <a:r>
              <a:rPr lang="en-US"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of</a:t>
            </a:r>
            <a:endParaRPr lang="en-IN" sz="240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149225" indent="0" algn="ctr">
              <a:spcBef>
                <a:spcPts val="165"/>
              </a:spcBef>
              <a:buNone/>
            </a:pPr>
            <a:r>
              <a:rPr lang="en-US"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sym typeface="+mn-ea"/>
              </a:rPr>
              <a:t>DR.</a:t>
            </a:r>
            <a:r>
              <a:rPr lang="en-IN" altLang="en-US"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sym typeface="+mn-ea"/>
              </a:rPr>
              <a:t>K.Maheswari</a:t>
            </a:r>
            <a:endParaRPr lang="en-US" sz="2400" b="1" dirty="0">
              <a:solidFill>
                <a:schemeClr val="tx1"/>
              </a:solidFill>
              <a:latin typeface="Times New Roman" panose="02020603050405020304" pitchFamily="18" charset="0"/>
              <a:ea typeface="Times New Roman" panose="02020603050405020304" pitchFamily="18" charset="0"/>
              <a:cs typeface="Times New Roman" panose="02020603050405020304" pitchFamily="18" charset="0"/>
            </a:endParaRPr>
          </a:p>
          <a:p>
            <a:pPr marL="0" marR="149225" indent="0" algn="ctr">
              <a:spcBef>
                <a:spcPts val="165"/>
              </a:spcBef>
              <a:buNone/>
            </a:pP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(Ass</a:t>
            </a:r>
            <a:r>
              <a:rPr lang="en-IN" alt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ociate</a:t>
            </a:r>
            <a:r>
              <a:rPr lang="en-US"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sym typeface="+mn-ea"/>
              </a:rPr>
              <a:t> Professor)</a:t>
            </a:r>
            <a:endParaRPr lang="en-IN"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69850" indent="0" algn="ctr">
              <a:spcBef>
                <a:spcPts val="600"/>
              </a:spcBef>
              <a:spcAft>
                <a:spcPts val="0"/>
              </a:spcAft>
              <a:buNone/>
              <a:tabLst>
                <a:tab pos="4675505" algn="l"/>
              </a:tabLst>
            </a:pPr>
            <a:endParaRPr lang="en-IN" sz="24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6" name="Picture 5" descr="CMRGI Logo New2"/>
          <p:cNvPicPr/>
          <p:nvPr>
            <p:custDataLst>
              <p:tags r:id="rId3"/>
            </p:custDataLst>
          </p:nvPr>
        </p:nvPicPr>
        <p:blipFill>
          <a:blip r:embed="rId4" cstate="print"/>
          <a:srcRect/>
          <a:stretch>
            <a:fillRect/>
          </a:stretch>
        </p:blipFill>
        <p:spPr bwMode="auto">
          <a:xfrm>
            <a:off x="423239" y="145228"/>
            <a:ext cx="1428760" cy="1071570"/>
          </a:xfrm>
          <a:prstGeom prst="rect">
            <a:avLst/>
          </a:prstGeom>
          <a:noFill/>
          <a:ln w="9525">
            <a:noFill/>
            <a:miter lim="800000"/>
            <a:headEnd/>
            <a:tailEnd/>
          </a:ln>
        </p:spPr>
      </p:pic>
      <p:pic>
        <p:nvPicPr>
          <p:cNvPr id="7" name="Picture 6"/>
          <p:cNvPicPr/>
          <p:nvPr>
            <p:custDataLst>
              <p:tags r:id="rId5"/>
            </p:custDataLst>
          </p:nvPr>
        </p:nvPicPr>
        <p:blipFill>
          <a:blip r:embed="rId6" cstate="print"/>
          <a:srcRect/>
          <a:stretch>
            <a:fillRect/>
          </a:stretch>
        </p:blipFill>
        <p:spPr bwMode="auto">
          <a:xfrm>
            <a:off x="10668000" y="145415"/>
            <a:ext cx="1331595" cy="1071245"/>
          </a:xfrm>
          <a:prstGeom prst="rect">
            <a:avLst/>
          </a:prstGeom>
          <a:noFill/>
          <a:ln w="9525">
            <a:noFill/>
            <a:miter lim="800000"/>
            <a:headEnd/>
            <a:tailEnd/>
          </a:ln>
        </p:spPr>
      </p:pic>
    </p:spTree>
    <p:custDataLst>
      <p:tags r:id="rId7"/>
    </p:custDataLst>
  </p:cSld>
  <p:clrMapOvr>
    <a:masterClrMapping/>
  </p:clrMapOvr>
  <mc:AlternateContent xmlns:mc="http://schemas.openxmlformats.org/markup-compatibility/2006">
    <mc:Choice xmlns:p14="http://schemas.microsoft.com/office/powerpoint/2010/main" Requires="p14">
      <p:transition spd="slow" p14:dur="1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Title 1"/>
          <p:cNvSpPr>
            <a:spLocks noGrp="1"/>
          </p:cNvSpPr>
          <p:nvPr>
            <p:custDataLst>
              <p:tags r:id="rId1"/>
            </p:custDataLst>
          </p:nvPr>
        </p:nvSpPr>
        <p:spPr>
          <a:xfrm>
            <a:off x="579755" y="1125220"/>
            <a:ext cx="3551555" cy="52387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a:latin typeface="Algerian" panose="04020705040A02060702" pitchFamily="82" charset="0"/>
                <a:cs typeface="Algerian" panose="04020705040A02060702" pitchFamily="82" charset="0"/>
                <a:sym typeface="+mn-ea"/>
              </a:rPr>
              <a:t>CONTENTS</a:t>
            </a:r>
            <a:endParaRPr lang="en-US" sz="4000">
              <a:latin typeface="Algerian" panose="04020705040A02060702" pitchFamily="82" charset="0"/>
              <a:cs typeface="Algerian" panose="04020705040A02060702" pitchFamily="82" charset="0"/>
              <a:sym typeface="+mn-ea"/>
            </a:endParaRPr>
          </a:p>
        </p:txBody>
      </p:sp>
      <p:sp>
        <p:nvSpPr>
          <p:cNvPr id="18" name="Content Placeholder 2"/>
          <p:cNvSpPr>
            <a:spLocks noGrp="1"/>
          </p:cNvSpPr>
          <p:nvPr>
            <p:custDataLst>
              <p:tags r:id="rId2"/>
            </p:custDataLst>
          </p:nvPr>
        </p:nvSpPr>
        <p:spPr>
          <a:xfrm>
            <a:off x="4964430" y="150495"/>
            <a:ext cx="6283960" cy="602678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9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sym typeface="+mn-ea"/>
              </a:rPr>
              <a:t>Introduction</a:t>
            </a:r>
            <a:endParaRPr lang="en-US" sz="1800" dirty="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sym typeface="+mn-ea"/>
              </a:rPr>
              <a:t>Abstract</a:t>
            </a:r>
            <a:endParaRPr lang="en-US" sz="1800" dirty="0">
              <a:latin typeface="Times New Roman" panose="02020603050405020304" pitchFamily="18" charset="0"/>
              <a:cs typeface="Times New Roman" panose="02020603050405020304" pitchFamily="18" charset="0"/>
              <a:sym typeface="+mn-ea"/>
            </a:endParaRPr>
          </a:p>
          <a:p>
            <a:pPr marL="285750" indent="-285750">
              <a:lnSpc>
                <a:spcPct val="9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sym typeface="+mn-ea"/>
              </a:rPr>
              <a:t>Existing system</a:t>
            </a:r>
            <a:endParaRPr lang="en-US" sz="1800" dirty="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sym typeface="+mn-ea"/>
              </a:rPr>
              <a:t>Disadvantages of existing system</a:t>
            </a:r>
            <a:endParaRPr lang="en-US" sz="1800" dirty="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sym typeface="+mn-ea"/>
              </a:rPr>
              <a:t>Proposed system</a:t>
            </a:r>
            <a:endParaRPr lang="en-US" sz="1800" dirty="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Ø"/>
            </a:pPr>
            <a:r>
              <a:rPr lang="en-US" sz="1800" dirty="0">
                <a:latin typeface="Times New Roman" panose="02020603050405020304" pitchFamily="18" charset="0"/>
                <a:cs typeface="Times New Roman" panose="02020603050405020304" pitchFamily="18" charset="0"/>
                <a:sym typeface="+mn-ea"/>
              </a:rPr>
              <a:t>Advantages of proposed system</a:t>
            </a:r>
            <a:endParaRPr lang="en-US" sz="1800" dirty="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sym typeface="+mn-ea"/>
              </a:rPr>
              <a:t>Hardware and software requirements</a:t>
            </a:r>
            <a:endParaRPr lang="en-IN" sz="1800" dirty="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sym typeface="+mn-ea"/>
              </a:rPr>
              <a:t>Novelty</a:t>
            </a:r>
            <a:endParaRPr lang="en-IN" sz="1800" dirty="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sym typeface="+mn-ea"/>
              </a:rPr>
              <a:t>Architecture</a:t>
            </a:r>
            <a:endParaRPr lang="en-IN" sz="1800" dirty="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sym typeface="+mn-ea"/>
              </a:rPr>
              <a:t>Modules</a:t>
            </a:r>
            <a:endParaRPr lang="en-IN" sz="1800" dirty="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Ø"/>
            </a:pPr>
            <a:r>
              <a:rPr lang="en-IN" sz="1800" dirty="0">
                <a:latin typeface="Times New Roman" panose="02020603050405020304" pitchFamily="18" charset="0"/>
                <a:cs typeface="Times New Roman" panose="02020603050405020304" pitchFamily="18" charset="0"/>
                <a:sym typeface="+mn-ea"/>
              </a:rPr>
              <a:t>UML Diagrams</a:t>
            </a:r>
            <a:endParaRPr lang="en-IN" sz="1800" dirty="0">
              <a:latin typeface="Times New Roman" panose="02020603050405020304" pitchFamily="18" charset="0"/>
              <a:cs typeface="Times New Roman" panose="02020603050405020304" pitchFamily="18" charset="0"/>
              <a:sym typeface="+mn-ea"/>
            </a:endParaRPr>
          </a:p>
          <a:p>
            <a:pPr marL="285750" indent="-285750">
              <a:lnSpc>
                <a:spcPct val="90000"/>
              </a:lnSpc>
              <a:buFont typeface="Wingdings" panose="05000000000000000000" pitchFamily="2" charset="2"/>
              <a:buChar char="Ø"/>
            </a:pPr>
            <a:r>
              <a:rPr lang="en-US" altLang="en-IN" sz="1800" dirty="0">
                <a:latin typeface="Times New Roman" panose="02020603050405020304" pitchFamily="18" charset="0"/>
                <a:cs typeface="Times New Roman" panose="02020603050405020304" pitchFamily="18" charset="0"/>
                <a:sym typeface="+mn-ea"/>
              </a:rPr>
              <a:t>Sample Code</a:t>
            </a:r>
            <a:endParaRPr lang="en-US" altLang="en-IN" sz="1800" dirty="0">
              <a:latin typeface="Times New Roman" panose="02020603050405020304" pitchFamily="18" charset="0"/>
              <a:cs typeface="Times New Roman" panose="02020603050405020304" pitchFamily="18" charset="0"/>
              <a:sym typeface="+mn-ea"/>
            </a:endParaRPr>
          </a:p>
          <a:p>
            <a:pPr marL="285750" indent="-285750">
              <a:lnSpc>
                <a:spcPct val="90000"/>
              </a:lnSpc>
              <a:buFont typeface="Wingdings" panose="05000000000000000000" pitchFamily="2" charset="2"/>
              <a:buChar char="Ø"/>
            </a:pPr>
            <a:r>
              <a:rPr lang="en-US" altLang="en-IN" sz="1800" dirty="0">
                <a:latin typeface="Times New Roman" panose="02020603050405020304" pitchFamily="18" charset="0"/>
                <a:cs typeface="Times New Roman" panose="02020603050405020304" pitchFamily="18" charset="0"/>
                <a:sym typeface="+mn-ea"/>
              </a:rPr>
              <a:t>Results</a:t>
            </a:r>
            <a:endParaRPr lang="en-US" altLang="en-IN" sz="1800" dirty="0">
              <a:latin typeface="Times New Roman" panose="02020603050405020304" pitchFamily="18" charset="0"/>
              <a:cs typeface="Times New Roman" panose="02020603050405020304" pitchFamily="18" charset="0"/>
              <a:sym typeface="+mn-ea"/>
            </a:endParaRPr>
          </a:p>
          <a:p>
            <a:pPr marL="285750" indent="-285750">
              <a:lnSpc>
                <a:spcPct val="90000"/>
              </a:lnSpc>
              <a:buFont typeface="Wingdings" panose="05000000000000000000" pitchFamily="2" charset="2"/>
              <a:buChar char="Ø"/>
            </a:pPr>
            <a:r>
              <a:rPr lang="en-US" altLang="en-IN" sz="1800" dirty="0">
                <a:latin typeface="Times New Roman" panose="02020603050405020304" pitchFamily="18" charset="0"/>
                <a:cs typeface="Times New Roman" panose="02020603050405020304" pitchFamily="18" charset="0"/>
                <a:sym typeface="+mn-ea"/>
              </a:rPr>
              <a:t>Conclusion</a:t>
            </a:r>
            <a:endParaRPr lang="en-US" sz="180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sym typeface="+mn-ea"/>
              </a:rPr>
              <a:t>Future Scope</a:t>
            </a:r>
            <a:endParaRPr lang="en-US" sz="180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sym typeface="+mn-ea"/>
              </a:rPr>
              <a:t>References</a:t>
            </a:r>
            <a:endParaRPr lang="en-US" sz="1800">
              <a:latin typeface="Times New Roman" panose="02020603050405020304" pitchFamily="18" charset="0"/>
              <a:cs typeface="Times New Roman" panose="02020603050405020304" pitchFamily="18" charset="0"/>
            </a:endParaRPr>
          </a:p>
          <a:p>
            <a:pPr marL="285750" indent="-285750">
              <a:lnSpc>
                <a:spcPct val="90000"/>
              </a:lnSpc>
              <a:buFont typeface="Wingdings" panose="05000000000000000000" pitchFamily="2" charset="2"/>
              <a:buChar char="Ø"/>
            </a:pPr>
            <a:r>
              <a:rPr lang="en-US" sz="1800">
                <a:latin typeface="Times New Roman" panose="02020603050405020304" pitchFamily="18" charset="0"/>
                <a:cs typeface="Times New Roman" panose="02020603050405020304" pitchFamily="18" charset="0"/>
                <a:sym typeface="+mn-ea"/>
              </a:rPr>
              <a:t>Github Link</a:t>
            </a:r>
            <a:endParaRPr lang="en-US" sz="1800">
              <a:latin typeface="Times New Roman" panose="02020603050405020304" pitchFamily="18" charset="0"/>
              <a:cs typeface="Times New Roman" panose="02020603050405020304" pitchFamily="18" charset="0"/>
            </a:endParaRPr>
          </a:p>
          <a:p>
            <a:endParaRPr lang="en-US" sz="1800">
              <a:latin typeface="Times New Roman" panose="02020603050405020304" pitchFamily="18" charset="0"/>
              <a:cs typeface="Times New Roman" panose="02020603050405020304" pitchFamily="18" charset="0"/>
            </a:endParaRPr>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Content Placeholder 2"/>
          <p:cNvSpPr>
            <a:spLocks noGrp="1"/>
          </p:cNvSpPr>
          <p:nvPr>
            <p:custDataLst>
              <p:tags r:id="rId1"/>
            </p:custDataLst>
          </p:nvPr>
        </p:nvSpPr>
        <p:spPr>
          <a:xfrm>
            <a:off x="838200" y="1825625"/>
            <a:ext cx="10515600" cy="4351338"/>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4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Agriculture is vital for human survival, especially in developing countries like India, where increasing agricultural output is crucial for public health and food security.</a:t>
            </a:r>
            <a:endParaRPr lang="en-US" sz="2000">
              <a:solidFill>
                <a:schemeClr val="tx1"/>
              </a:solidFill>
              <a:latin typeface="Times New Roman" panose="02020603050405020304" pitchFamily="18" charset="0"/>
              <a:cs typeface="Times New Roman" panose="02020603050405020304" pitchFamily="18" charset="0"/>
            </a:endParaRPr>
          </a:p>
          <a:p>
            <a:pPr lvl="0">
              <a:lnSpc>
                <a:spcPct val="150000"/>
              </a:lnSpc>
              <a:buFont typeface="Wingdings" panose="05000000000000000000" charset="0"/>
              <a:buChar char="Ø"/>
            </a:pPr>
            <a:r>
              <a:rPr lang="en-IN" altLang="en-US" sz="1980">
                <a:solidFill>
                  <a:schemeClr val="tx1"/>
                </a:solidFill>
                <a:latin typeface="Times New Roman" panose="02020603050405020304" pitchFamily="18" charset="0"/>
                <a:cs typeface="Times New Roman" panose="02020603050405020304" pitchFamily="18" charset="0"/>
              </a:rPr>
              <a:t>D</a:t>
            </a:r>
            <a:r>
              <a:rPr lang="en-US" sz="1980">
                <a:solidFill>
                  <a:schemeClr val="tx1"/>
                </a:solidFill>
                <a:latin typeface="Times New Roman" panose="02020603050405020304" pitchFamily="18" charset="0"/>
                <a:cs typeface="Times New Roman" panose="02020603050405020304" pitchFamily="18" charset="0"/>
              </a:rPr>
              <a:t>iseases can drastically reduce crop yields and are difficult to manage, as farmers lack direct access to plant pathologists, making human-assisted diagnosis inefficient.</a:t>
            </a:r>
            <a:endParaRPr lang="en-US" sz="1980">
              <a:solidFill>
                <a:schemeClr val="tx1"/>
              </a:solidFill>
              <a:latin typeface="Times New Roman" panose="02020603050405020304" pitchFamily="18" charset="0"/>
              <a:cs typeface="Times New Roman" panose="02020603050405020304" pitchFamily="18" charset="0"/>
            </a:endParaRPr>
          </a:p>
          <a:p>
            <a:pPr lvl="0">
              <a:lnSpc>
                <a:spcPct val="150000"/>
              </a:lnSpc>
              <a:buFont typeface="Wingdings" panose="05000000000000000000" charset="0"/>
              <a:buChar char="Ø"/>
            </a:pPr>
            <a:r>
              <a:rPr lang="en-US" sz="1980">
                <a:solidFill>
                  <a:schemeClr val="tx1"/>
                </a:solidFill>
                <a:latin typeface="Times New Roman" panose="02020603050405020304" pitchFamily="18" charset="0"/>
                <a:cs typeface="Times New Roman" panose="02020603050405020304" pitchFamily="18" charset="0"/>
              </a:rPr>
              <a:t>Automating crop disease diagnosis using technology is critical to overcoming the limitations of human diagnosis, making it affordable and accessible for farmers.</a:t>
            </a:r>
            <a:endParaRPr lang="en-US" sz="1980">
              <a:solidFill>
                <a:schemeClr val="tx1"/>
              </a:solidFill>
              <a:latin typeface="Times New Roman" panose="02020603050405020304" pitchFamily="18" charset="0"/>
              <a:cs typeface="Times New Roman" panose="02020603050405020304" pitchFamily="18" charset="0"/>
            </a:endParaRPr>
          </a:p>
        </p:txBody>
      </p:sp>
      <p:sp>
        <p:nvSpPr>
          <p:cNvPr id="50" name="Title 47"/>
          <p:cNvSpPr>
            <a:spLocks noGrp="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INTRODUCTION</a:t>
            </a:r>
            <a:endParaRPr lang="en-US">
              <a:solidFill>
                <a:schemeClr val="dk1"/>
              </a:solidFill>
              <a:latin typeface="Algerian" panose="04020705040A02060702" pitchFamily="82" charset="0"/>
              <a:cs typeface="Algerian" panose="04020705040A02060702" pitchFamily="82" charset="0"/>
            </a:endParaRPr>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Content Placeholder 2"/>
          <p:cNvSpPr>
            <a:spLocks noGrp="1"/>
          </p:cNvSpPr>
          <p:nvPr>
            <p:custDataLst>
              <p:tags r:id="rId1"/>
            </p:custDataLst>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The project titled "Plant Disease Identification and Pesticide Recommendation Using CNN" aims to address the significant challenges faced by farmers due to plant diseases, which severely impact crop yields. Traditional methods of disease diagnosis, reliant on agricultural experts, are inefficient, especially in large, scattered farming areas. The project proposes an automated solution using Convolutional Neural Networks (CNNs) to classify plant diseases based on images uploaded by farmers via a smartphone app. The system offers pesticide recommendations and generates disease density maps using cloud-based infrastructure. Continuous learning improves the CNN model's accuracy over time. This solution leverages advancements in AI, cloud computing, and mobile technology, providing a scalable, low-cost, and accessible tool for farmers to manage plant diseases effectively</a:t>
            </a:r>
            <a:endParaRPr lang="en-US" sz="2000">
              <a:solidFill>
                <a:schemeClr val="tx1"/>
              </a:solidFill>
              <a:latin typeface="Times New Roman" panose="02020603050405020304" pitchFamily="18" charset="0"/>
              <a:cs typeface="Times New Roman" panose="02020603050405020304" pitchFamily="18" charset="0"/>
            </a:endParaRPr>
          </a:p>
        </p:txBody>
      </p:sp>
      <p:sp>
        <p:nvSpPr>
          <p:cNvPr id="50" name="Title 48"/>
          <p:cNvSpPr>
            <a:spLocks noGrp="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OVERVIEW</a:t>
            </a:r>
            <a:endParaRPr lang="en-US">
              <a:solidFill>
                <a:schemeClr val="dk1"/>
              </a:solidFill>
              <a:latin typeface="Algerian" panose="04020705040A02060702" pitchFamily="82" charset="0"/>
              <a:cs typeface="Algerian" panose="04020705040A02060702" pitchFamily="82" charset="0"/>
            </a:endParaRPr>
          </a:p>
        </p:txBody>
      </p:sp>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Content Placeholder 2"/>
          <p:cNvSpPr>
            <a:spLocks noGrp="1"/>
          </p:cNvSpPr>
          <p:nvPr>
            <p:custDataLst>
              <p:tags r:id="rId1"/>
            </p:custDataLst>
          </p:nvPr>
        </p:nvSpPr>
        <p:spPr>
          <a:xfrm>
            <a:off x="838200" y="1356995"/>
            <a:ext cx="10515600" cy="5078095"/>
          </a:xfrm>
          <a:prstGeom prst="rect">
            <a:avLst/>
          </a:prstGeom>
        </p:spPr>
        <p:txBody>
          <a:bodyPr vert="horz" wrap="square"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Farmers in India lose nearly one-third of their harvest due to pests and diseases, leading to significant economic losses.</a:t>
            </a:r>
            <a:endParaRPr lang="en-US" sz="2000">
              <a:solidFill>
                <a:schemeClr val="tx1"/>
              </a:solidFill>
              <a:latin typeface="Times New Roman" panose="02020603050405020304" pitchFamily="18" charset="0"/>
              <a:cs typeface="Times New Roman" panose="02020603050405020304" pitchFamily="18" charset="0"/>
            </a:endParaRPr>
          </a:p>
          <a:p>
            <a:pPr>
              <a:lnSpc>
                <a:spcPct val="15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Farmers often struggle to access agricultural experts, making it difficult to get timely diagnosis and disease management advice.</a:t>
            </a:r>
            <a:endParaRPr lang="en-US" sz="2000">
              <a:solidFill>
                <a:schemeClr val="tx1"/>
              </a:solidFill>
              <a:latin typeface="Times New Roman" panose="02020603050405020304" pitchFamily="18" charset="0"/>
              <a:cs typeface="Times New Roman" panose="02020603050405020304" pitchFamily="18" charset="0"/>
            </a:endParaRPr>
          </a:p>
          <a:p>
            <a:pPr>
              <a:lnSpc>
                <a:spcPct val="15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There is widespread misuse of toxic and biomagnified pesticides, posing serious health risks to humans and the environment.</a:t>
            </a:r>
            <a:endParaRPr lang="en-US" sz="2000">
              <a:solidFill>
                <a:schemeClr val="tx1"/>
              </a:solidFill>
              <a:latin typeface="Times New Roman" panose="02020603050405020304" pitchFamily="18" charset="0"/>
              <a:cs typeface="Times New Roman" panose="02020603050405020304" pitchFamily="18" charset="0"/>
            </a:endParaRPr>
          </a:p>
          <a:p>
            <a:pPr>
              <a:lnSpc>
                <a:spcPct val="15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 Current methods fail to detect plant diseases early, leading to more widespread damage and crop loss..</a:t>
            </a:r>
            <a:endParaRPr lang="en-US" sz="2000">
              <a:solidFill>
                <a:schemeClr val="tx1"/>
              </a:solidFill>
              <a:latin typeface="Times New Roman" panose="02020603050405020304" pitchFamily="18" charset="0"/>
              <a:cs typeface="Times New Roman" panose="02020603050405020304" pitchFamily="18" charset="0"/>
            </a:endParaRPr>
          </a:p>
          <a:p>
            <a:pPr>
              <a:lnSpc>
                <a:spcPct val="15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Traditional methods rely on human expertise, which is inefficient and unable to meet the broad needs of large, dispersed farming communities​</a:t>
            </a:r>
            <a:endParaRPr lang="en-US" sz="2000">
              <a:solidFill>
                <a:schemeClr val="tx1"/>
              </a:solidFill>
              <a:latin typeface="Times New Roman" panose="02020603050405020304" pitchFamily="18" charset="0"/>
              <a:cs typeface="Times New Roman" panose="02020603050405020304" pitchFamily="18" charset="0"/>
            </a:endParaRPr>
          </a:p>
        </p:txBody>
      </p:sp>
      <p:sp>
        <p:nvSpPr>
          <p:cNvPr id="50" name="Title 48"/>
          <p:cNvSpPr>
            <a:spLocks noGrp="1"/>
          </p:cNvSpPr>
          <p:nvPr>
            <p:custDataLst>
              <p:tags r:id="rId2"/>
            </p:custDataLst>
          </p:nvPr>
        </p:nvSpPr>
        <p:spPr>
          <a:xfrm>
            <a:off x="838200" y="365125"/>
            <a:ext cx="10515600" cy="1076960"/>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pPr algn="ctr"/>
            <a:r>
              <a:rPr lang="en-US">
                <a:solidFill>
                  <a:schemeClr val="dk1"/>
                </a:solidFill>
                <a:latin typeface="Algerian" panose="04020705040A02060702" pitchFamily="82" charset="0"/>
                <a:cs typeface="Algerian" panose="04020705040A02060702" pitchFamily="82" charset="0"/>
              </a:rPr>
              <a:t>EXISTING SYSTEM</a:t>
            </a:r>
            <a:endParaRPr lang="en-US">
              <a:solidFill>
                <a:schemeClr val="dk1"/>
              </a:solidFill>
              <a:latin typeface="Algerian" panose="04020705040A02060702" pitchFamily="82" charset="0"/>
              <a:cs typeface="Algerian" panose="04020705040A02060702" pitchFamily="82" charset="0"/>
            </a:endParaRPr>
          </a:p>
        </p:txBody>
      </p:sp>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Content Placeholder 2"/>
          <p:cNvSpPr>
            <a:spLocks noGrp="1"/>
          </p:cNvSpPr>
          <p:nvPr>
            <p:custDataLst>
              <p:tags r:id="rId1"/>
            </p:custDataLst>
          </p:nvPr>
        </p:nvSpPr>
        <p:spPr>
          <a:xfrm>
            <a:off x="838200" y="1825625"/>
            <a:ext cx="10515600" cy="4351338"/>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Wingdings" panose="05000000000000000000" charset="0"/>
              <a:buChar char="Ø"/>
            </a:pPr>
            <a:r>
              <a:rPr lang="en-IN" sz="2400">
                <a:solidFill>
                  <a:schemeClr val="tx1"/>
                </a:solidFill>
                <a:latin typeface="Times New Roman" panose="02020603050405020304" pitchFamily="18" charset="0"/>
                <a:cs typeface="Times New Roman" panose="02020603050405020304" pitchFamily="18" charset="0"/>
                <a:sym typeface="+mn-ea"/>
              </a:rPr>
              <a:t>Time-Consuming and Labor-Intensive</a:t>
            </a:r>
            <a:endParaRPr lang="en-US" sz="3200">
              <a:solidFill>
                <a:schemeClr val="tx1"/>
              </a:solidFill>
              <a:latin typeface="Times New Roman" panose="02020603050405020304" pitchFamily="18" charset="0"/>
              <a:cs typeface="Times New Roman" panose="02020603050405020304" pitchFamily="18" charset="0"/>
            </a:endParaRPr>
          </a:p>
          <a:p>
            <a:pPr>
              <a:lnSpc>
                <a:spcPct val="150000"/>
              </a:lnSpc>
              <a:buFont typeface="Wingdings" panose="05000000000000000000" charset="0"/>
              <a:buChar char="Ø"/>
            </a:pPr>
            <a:r>
              <a:rPr lang="en-IN" sz="2400">
                <a:solidFill>
                  <a:schemeClr val="tx1"/>
                </a:solidFill>
                <a:latin typeface="Times New Roman" panose="02020603050405020304" pitchFamily="18" charset="0"/>
                <a:cs typeface="Times New Roman" panose="02020603050405020304" pitchFamily="18" charset="0"/>
                <a:sym typeface="+mn-ea"/>
              </a:rPr>
              <a:t>Prone to Human Error</a:t>
            </a:r>
            <a:endParaRPr lang="en-IN" sz="2400">
              <a:solidFill>
                <a:schemeClr val="tx1"/>
              </a:solidFill>
              <a:latin typeface="Times New Roman" panose="02020603050405020304" pitchFamily="18" charset="0"/>
              <a:cs typeface="Times New Roman" panose="02020603050405020304" pitchFamily="18" charset="0"/>
              <a:sym typeface="+mn-ea"/>
            </a:endParaRPr>
          </a:p>
          <a:p>
            <a:pPr>
              <a:lnSpc>
                <a:spcPct val="150000"/>
              </a:lnSpc>
              <a:buFont typeface="Wingdings" panose="05000000000000000000" charset="0"/>
              <a:buChar char="Ø"/>
            </a:pPr>
            <a:r>
              <a:rPr lang="en-IN" sz="2400">
                <a:solidFill>
                  <a:schemeClr val="tx1"/>
                </a:solidFill>
                <a:latin typeface="Times New Roman" panose="02020603050405020304" pitchFamily="18" charset="0"/>
                <a:cs typeface="Times New Roman" panose="02020603050405020304" pitchFamily="18" charset="0"/>
                <a:sym typeface="+mn-ea"/>
              </a:rPr>
              <a:t>Difficulty in Early Diagnosis</a:t>
            </a:r>
            <a:endParaRPr lang="en-US" sz="2000">
              <a:solidFill>
                <a:schemeClr val="tx1"/>
              </a:solidFill>
              <a:latin typeface="Times New Roman" panose="02020603050405020304" pitchFamily="18" charset="0"/>
              <a:cs typeface="Times New Roman" panose="02020603050405020304" pitchFamily="18" charset="0"/>
            </a:endParaRPr>
          </a:p>
          <a:p>
            <a:pPr>
              <a:lnSpc>
                <a:spcPct val="150000"/>
              </a:lnSpc>
              <a:buFont typeface="Wingdings" panose="05000000000000000000" charset="0"/>
              <a:buChar char="Ø"/>
            </a:pPr>
            <a:r>
              <a:rPr lang="en-IN" sz="2400">
                <a:solidFill>
                  <a:schemeClr val="tx1"/>
                </a:solidFill>
                <a:latin typeface="Times New Roman" panose="02020603050405020304" pitchFamily="18" charset="0"/>
                <a:cs typeface="Times New Roman" panose="02020603050405020304" pitchFamily="18" charset="0"/>
                <a:sym typeface="+mn-ea"/>
              </a:rPr>
              <a:t>Lack of Robustness and Accuracy</a:t>
            </a:r>
            <a:endParaRPr lang="en-US" sz="2400">
              <a:solidFill>
                <a:schemeClr val="tx1"/>
              </a:solidFill>
              <a:latin typeface="Times New Roman" panose="02020603050405020304" pitchFamily="18" charset="0"/>
              <a:cs typeface="Times New Roman" panose="02020603050405020304" pitchFamily="18" charset="0"/>
            </a:endParaRPr>
          </a:p>
          <a:p>
            <a:pPr>
              <a:lnSpc>
                <a:spcPct val="150000"/>
              </a:lnSpc>
              <a:buFont typeface="Wingdings" panose="05000000000000000000" charset="0"/>
              <a:buChar char="Ø"/>
            </a:pPr>
            <a:endParaRPr lang="en-US" sz="2400">
              <a:solidFill>
                <a:schemeClr val="tx1"/>
              </a:solidFill>
              <a:latin typeface="Times New Roman" panose="02020603050405020304" pitchFamily="18" charset="0"/>
              <a:cs typeface="Times New Roman" panose="02020603050405020304" pitchFamily="18" charset="0"/>
            </a:endParaRPr>
          </a:p>
        </p:txBody>
      </p:sp>
      <p:sp>
        <p:nvSpPr>
          <p:cNvPr id="50" name="Title 48"/>
          <p:cNvSpPr>
            <a:spLocks noGrp="1"/>
          </p:cNvSpPr>
          <p:nvPr>
            <p:custDataLst>
              <p:tags r:id="rId2"/>
            </p:custDataLst>
          </p:nvPr>
        </p:nvSpPr>
        <p:spPr>
          <a:xfrm>
            <a:off x="838200" y="365125"/>
            <a:ext cx="10515600" cy="1143635"/>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DisadvantageS of Existing System</a:t>
            </a:r>
            <a:endParaRPr lang="en-US">
              <a:solidFill>
                <a:schemeClr val="dk1"/>
              </a:solidFill>
              <a:latin typeface="Algerian" panose="04020705040A02060702" pitchFamily="82" charset="0"/>
              <a:cs typeface="Algerian" panose="04020705040A02060702" pitchFamily="82" charset="0"/>
            </a:endParaRPr>
          </a:p>
        </p:txBody>
      </p:sp>
    </p:spTree>
    <p:custDataLst>
      <p:tags r:id="rId3"/>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Content Placeholder 2"/>
          <p:cNvSpPr>
            <a:spLocks noGrp="1"/>
          </p:cNvSpPr>
          <p:nvPr>
            <p:custDataLst>
              <p:tags r:id="rId1"/>
            </p:custDataLst>
          </p:nvPr>
        </p:nvSpPr>
        <p:spPr>
          <a:xfrm>
            <a:off x="838200" y="1566545"/>
            <a:ext cx="10515600" cy="4610735"/>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The proposed system uses Convolutional Neural Networks (CNNs) to automatically identify plant diseases from images uploaded by farmers.</a:t>
            </a:r>
            <a:endParaRPr lang="en-US" sz="2000">
              <a:solidFill>
                <a:schemeClr val="tx1"/>
              </a:solidFill>
              <a:latin typeface="Times New Roman" panose="02020603050405020304" pitchFamily="18" charset="0"/>
              <a:cs typeface="Times New Roman" panose="02020603050405020304" pitchFamily="18" charset="0"/>
            </a:endParaRPr>
          </a:p>
          <a:p>
            <a:pPr>
              <a:lnSpc>
                <a:spcPct val="11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Along with disease identification, the system provides specific pesticide recommendations to help manage the detected disease.</a:t>
            </a:r>
            <a:endParaRPr lang="en-US" sz="2000">
              <a:solidFill>
                <a:schemeClr val="tx1"/>
              </a:solidFill>
              <a:latin typeface="Times New Roman" panose="02020603050405020304" pitchFamily="18" charset="0"/>
              <a:cs typeface="Times New Roman" panose="02020603050405020304" pitchFamily="18" charset="0"/>
            </a:endParaRPr>
          </a:p>
          <a:p>
            <a:pPr>
              <a:lnSpc>
                <a:spcPct val="11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The system allows farmers to upload plant images through a smartphone app, enabling real-time disease diagnosis and feedback.</a:t>
            </a:r>
            <a:endParaRPr lang="en-US" sz="2000">
              <a:solidFill>
                <a:schemeClr val="tx1"/>
              </a:solidFill>
              <a:latin typeface="Times New Roman" panose="02020603050405020304" pitchFamily="18" charset="0"/>
              <a:cs typeface="Times New Roman" panose="02020603050405020304" pitchFamily="18" charset="0"/>
            </a:endParaRPr>
          </a:p>
          <a:p>
            <a:pPr>
              <a:lnSpc>
                <a:spcPct val="11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 The system stores data in the cloud, enabling continuous learning and retraining of the CNN model to improve accuracy over time.</a:t>
            </a:r>
            <a:endParaRPr lang="en-US" sz="2000">
              <a:solidFill>
                <a:schemeClr val="tx1"/>
              </a:solidFill>
              <a:latin typeface="Times New Roman" panose="02020603050405020304" pitchFamily="18" charset="0"/>
              <a:cs typeface="Times New Roman" panose="02020603050405020304" pitchFamily="18" charset="0"/>
            </a:endParaRPr>
          </a:p>
          <a:p>
            <a:pPr>
              <a:lnSpc>
                <a:spcPct val="11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The system generates geo-tagged disease density maps, helping farmers monitor disease spread and take preventive actions​</a:t>
            </a:r>
            <a:endParaRPr lang="en-US" sz="2000">
              <a:solidFill>
                <a:schemeClr val="tx1"/>
              </a:solidFill>
              <a:latin typeface="Times New Roman" panose="02020603050405020304" pitchFamily="18" charset="0"/>
              <a:cs typeface="Times New Roman" panose="02020603050405020304" pitchFamily="18" charset="0"/>
            </a:endParaRPr>
          </a:p>
        </p:txBody>
      </p:sp>
      <p:sp>
        <p:nvSpPr>
          <p:cNvPr id="50" name="Title 48"/>
          <p:cNvSpPr>
            <a:spLocks noGrp="1"/>
          </p:cNvSpPr>
          <p:nvPr>
            <p:custDataLst>
              <p:tags r:id="rId2"/>
            </p:custDataLst>
          </p:nvPr>
        </p:nvSpPr>
        <p:spPr>
          <a:xfrm>
            <a:off x="838200" y="365125"/>
            <a:ext cx="10515600" cy="1068070"/>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Proposed system</a:t>
            </a:r>
            <a:endParaRPr lang="en-US">
              <a:solidFill>
                <a:schemeClr val="dk1"/>
              </a:solidFill>
              <a:latin typeface="Algerian" panose="04020705040A02060702" pitchFamily="82" charset="0"/>
              <a:cs typeface="Algerian" panose="04020705040A02060702" pitchFamily="82" charset="0"/>
            </a:endParaRPr>
          </a:p>
        </p:txBody>
      </p:sp>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Content Placeholder 2"/>
          <p:cNvSpPr>
            <a:spLocks noGrp="1"/>
          </p:cNvSpPr>
          <p:nvPr>
            <p:custDataLst>
              <p:tags r:id="rId1"/>
            </p:custDataLst>
          </p:nvPr>
        </p:nvSpPr>
        <p:spPr>
          <a:xfrm>
            <a:off x="838200" y="1825625"/>
            <a:ext cx="10515600" cy="4351338"/>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nSpc>
                <a:spcPct val="130000"/>
              </a:lnSpc>
              <a:buFont typeface="Wingdings" panose="05000000000000000000" charset="0"/>
              <a:buChar char="Ø"/>
            </a:pPr>
            <a:r>
              <a:rPr lang="en-IN" sz="2400" dirty="0">
                <a:solidFill>
                  <a:schemeClr val="tx1"/>
                </a:solidFill>
                <a:effectLst/>
                <a:latin typeface="Times New Roman" panose="02020603050405020304" pitchFamily="18" charset="0"/>
                <a:cs typeface="Times New Roman" panose="02020603050405020304" pitchFamily="18" charset="0"/>
                <a:sym typeface="+mn-ea"/>
              </a:rPr>
              <a:t>Higher accuracy in disease prediction</a:t>
            </a:r>
            <a:endParaRPr lang="en-IN" sz="2400" dirty="0">
              <a:solidFill>
                <a:schemeClr val="tx1"/>
              </a:solidFill>
              <a:effectLst/>
              <a:latin typeface="Times New Roman" panose="02020603050405020304" pitchFamily="18" charset="0"/>
              <a:cs typeface="Times New Roman" panose="02020603050405020304" pitchFamily="18" charset="0"/>
              <a:sym typeface="+mn-ea"/>
            </a:endParaRPr>
          </a:p>
          <a:p>
            <a:pPr marL="0" lvl="1">
              <a:lnSpc>
                <a:spcPct val="130000"/>
              </a:lnSpc>
              <a:buFont typeface="Wingdings" panose="05000000000000000000" charset="0"/>
              <a:buChar char="Ø"/>
            </a:pPr>
            <a:r>
              <a:rPr lang="en-IN" dirty="0">
                <a:solidFill>
                  <a:schemeClr val="tx1"/>
                </a:solidFill>
                <a:effectLst/>
                <a:latin typeface="Times New Roman" panose="02020603050405020304" pitchFamily="18" charset="0"/>
                <a:cs typeface="Times New Roman" panose="02020603050405020304" pitchFamily="18" charset="0"/>
                <a:sym typeface="+mn-ea"/>
              </a:rPr>
              <a:t>.Faster and more efficient than manual method</a:t>
            </a:r>
            <a:r>
              <a:rPr lang="en-IN" sz="2000" dirty="0">
                <a:solidFill>
                  <a:schemeClr val="tx1"/>
                </a:solidFill>
                <a:effectLst/>
                <a:latin typeface="Times New Roman" panose="02020603050405020304" pitchFamily="18" charset="0"/>
                <a:cs typeface="Times New Roman" panose="02020603050405020304" pitchFamily="18" charset="0"/>
                <a:sym typeface="+mn-ea"/>
              </a:rPr>
              <a:t>s</a:t>
            </a:r>
            <a:endParaRPr lang="en-IN" sz="2000" dirty="0">
              <a:solidFill>
                <a:schemeClr val="tx1"/>
              </a:solidFill>
              <a:effectLst/>
              <a:latin typeface="Times New Roman" panose="02020603050405020304" pitchFamily="18" charset="0"/>
              <a:cs typeface="Times New Roman" panose="02020603050405020304" pitchFamily="18" charset="0"/>
              <a:sym typeface="+mn-ea"/>
            </a:endParaRPr>
          </a:p>
          <a:p>
            <a:pPr marL="0" lvl="1">
              <a:lnSpc>
                <a:spcPct val="130000"/>
              </a:lnSpc>
              <a:buFont typeface="Wingdings" panose="05000000000000000000" charset="0"/>
              <a:buChar char="Ø"/>
            </a:pPr>
            <a:r>
              <a:rPr lang="en-IN" dirty="0">
                <a:solidFill>
                  <a:schemeClr val="tx1"/>
                </a:solidFill>
                <a:effectLst/>
                <a:latin typeface="Times New Roman" panose="02020603050405020304" pitchFamily="18" charset="0"/>
                <a:cs typeface="Times New Roman" panose="02020603050405020304" pitchFamily="18" charset="0"/>
                <a:sym typeface="+mn-ea"/>
              </a:rPr>
              <a:t>Scalable to large-scale agricultural fields.</a:t>
            </a:r>
            <a:endParaRPr lang="en-IN" b="0" i="0" dirty="0">
              <a:solidFill>
                <a:schemeClr val="tx1"/>
              </a:solidFill>
              <a:effectLst/>
              <a:latin typeface="Times New Roman" panose="02020603050405020304" pitchFamily="18" charset="0"/>
              <a:cs typeface="Times New Roman" panose="02020603050405020304" pitchFamily="18" charset="0"/>
            </a:endParaRPr>
          </a:p>
          <a:p>
            <a:pPr marL="0" lvl="1">
              <a:lnSpc>
                <a:spcPct val="130000"/>
              </a:lnSpc>
              <a:buFont typeface="Wingdings" panose="05000000000000000000" charset="0"/>
              <a:buChar char="Ø"/>
            </a:pPr>
            <a:r>
              <a:rPr lang="en-IN" sz="2400" dirty="0">
                <a:solidFill>
                  <a:schemeClr val="tx1"/>
                </a:solidFill>
                <a:effectLst/>
                <a:latin typeface="Times New Roman" panose="02020603050405020304" pitchFamily="18" charset="0"/>
                <a:cs typeface="Times New Roman" panose="02020603050405020304" pitchFamily="18" charset="0"/>
                <a:sym typeface="+mn-ea"/>
              </a:rPr>
              <a:t>.</a:t>
            </a:r>
            <a:r>
              <a:rPr lang="en-IN" dirty="0">
                <a:solidFill>
                  <a:schemeClr val="tx1"/>
                </a:solidFill>
                <a:effectLst/>
                <a:latin typeface="Times New Roman" panose="02020603050405020304" pitchFamily="18" charset="0"/>
                <a:cs typeface="Times New Roman" panose="02020603050405020304" pitchFamily="18" charset="0"/>
                <a:sym typeface="+mn-ea"/>
              </a:rPr>
              <a:t>User-friendly interfaces and mobile applications for easy deployment and usage.</a:t>
            </a:r>
            <a:endParaRPr lang="en-IN" dirty="0">
              <a:solidFill>
                <a:schemeClr val="tx1"/>
              </a:solidFill>
              <a:effectLst/>
              <a:latin typeface="Times New Roman" panose="02020603050405020304" pitchFamily="18" charset="0"/>
              <a:cs typeface="Times New Roman" panose="02020603050405020304" pitchFamily="18" charset="0"/>
              <a:sym typeface="+mn-ea"/>
            </a:endParaRPr>
          </a:p>
          <a:p>
            <a:pPr marL="0" lvl="1">
              <a:lnSpc>
                <a:spcPct val="130000"/>
              </a:lnSpc>
              <a:buFont typeface="Wingdings" panose="05000000000000000000" charset="0"/>
              <a:buChar char="Ø"/>
            </a:pPr>
            <a:endParaRPr lang="en-IN" b="0" i="0" dirty="0">
              <a:solidFill>
                <a:schemeClr val="tx1"/>
              </a:solidFill>
              <a:effectLst/>
              <a:latin typeface="Times New Roman" panose="02020603050405020304" pitchFamily="18" charset="0"/>
              <a:cs typeface="Times New Roman" panose="02020603050405020304" pitchFamily="18" charset="0"/>
            </a:endParaRPr>
          </a:p>
          <a:p>
            <a:pPr>
              <a:lnSpc>
                <a:spcPct val="130000"/>
              </a:lnSpc>
              <a:buFont typeface="Wingdings" panose="05000000000000000000" charset="0"/>
              <a:buChar char="Ø"/>
            </a:pPr>
            <a:endParaRPr lang="en-IN" b="0" i="0" dirty="0">
              <a:solidFill>
                <a:schemeClr val="tx1"/>
              </a:solidFill>
              <a:effectLst/>
              <a:latin typeface="Times New Roman" panose="02020603050405020304" pitchFamily="18" charset="0"/>
              <a:cs typeface="Times New Roman" panose="02020603050405020304" pitchFamily="18" charset="0"/>
            </a:endParaRPr>
          </a:p>
        </p:txBody>
      </p:sp>
      <p:sp>
        <p:nvSpPr>
          <p:cNvPr id="50" name="Title 48"/>
          <p:cNvSpPr>
            <a:spLocks noGrp="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Advantages of proposed system</a:t>
            </a:r>
            <a:endParaRPr lang="en-US">
              <a:solidFill>
                <a:schemeClr val="dk1"/>
              </a:solidFill>
              <a:latin typeface="Algerian" panose="04020705040A02060702" pitchFamily="82" charset="0"/>
              <a:cs typeface="Algerian" panose="04020705040A02060702" pitchFamily="82" charset="0"/>
            </a:endParaRPr>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Content Placeholder 2"/>
          <p:cNvSpPr>
            <a:spLocks noGrp="1"/>
          </p:cNvSpPr>
          <p:nvPr>
            <p:custDataLst>
              <p:tags r:id="rId1"/>
            </p:custDataLst>
          </p:nvPr>
        </p:nvSpPr>
        <p:spPr>
          <a:xfrm>
            <a:off x="838200" y="1318895"/>
            <a:ext cx="5699125" cy="4858385"/>
          </a:xfrm>
          <a:prstGeom prst="rect">
            <a:avLst/>
          </a:prstGeom>
        </p:spPr>
        <p:txBody>
          <a:bodyPr vert="horz" lIns="91440" tIns="45720" rIns="91440" bIns="45720" rtlCol="0">
            <a:normAutofit fontScale="7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olidFill>
                  <a:schemeClr val="tx1"/>
                </a:solidFill>
                <a:latin typeface="Times New Roman" panose="02020603050405020304" pitchFamily="18" charset="0"/>
                <a:cs typeface="Times New Roman" panose="02020603050405020304" pitchFamily="18" charset="0"/>
                <a:sym typeface="+mn-ea"/>
              </a:rPr>
              <a:t>Hardware requirements :</a:t>
            </a:r>
            <a:endParaRPr lang="en-US" b="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sym typeface="+mn-ea"/>
              </a:rPr>
              <a:t>System            :    </a:t>
            </a:r>
            <a:r>
              <a:rPr lang="en-US" dirty="0">
                <a:solidFill>
                  <a:schemeClr val="tx1"/>
                </a:solidFill>
                <a:latin typeface="Times New Roman" panose="02020603050405020304" pitchFamily="18" charset="0"/>
                <a:cs typeface="Times New Roman" panose="02020603050405020304" pitchFamily="18" charset="0"/>
                <a:sym typeface="+mn-ea"/>
              </a:rPr>
              <a:t>Windows</a:t>
            </a:r>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sym typeface="+mn-ea"/>
              </a:rPr>
              <a:t>Processor        :    </a:t>
            </a:r>
            <a:r>
              <a:rPr lang="en-US" dirty="0">
                <a:solidFill>
                  <a:schemeClr val="tx1"/>
                </a:solidFill>
                <a:latin typeface="Times New Roman" panose="02020603050405020304" pitchFamily="18" charset="0"/>
                <a:cs typeface="Times New Roman" panose="02020603050405020304" pitchFamily="18" charset="0"/>
                <a:sym typeface="+mn-ea"/>
              </a:rPr>
              <a:t>Intel Core i3 or higher</a:t>
            </a:r>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sym typeface="+mn-ea"/>
              </a:rPr>
              <a:t>Hard disk       :    </a:t>
            </a:r>
            <a:r>
              <a:rPr lang="en-US" dirty="0">
                <a:solidFill>
                  <a:schemeClr val="tx1"/>
                </a:solidFill>
                <a:latin typeface="Times New Roman" panose="02020603050405020304" pitchFamily="18" charset="0"/>
                <a:cs typeface="Times New Roman" panose="02020603050405020304" pitchFamily="18" charset="0"/>
                <a:sym typeface="+mn-ea"/>
              </a:rPr>
              <a:t>512GB</a:t>
            </a:r>
            <a:endParaRPr lang="en-US"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solidFill>
                  <a:schemeClr val="tx1"/>
                </a:solidFill>
                <a:latin typeface="Times New Roman" panose="02020603050405020304" pitchFamily="18" charset="0"/>
                <a:cs typeface="Times New Roman" panose="02020603050405020304" pitchFamily="18" charset="0"/>
                <a:sym typeface="+mn-ea"/>
              </a:rPr>
              <a:t>RAM               :   </a:t>
            </a:r>
            <a:r>
              <a:rPr lang="en-US" dirty="0">
                <a:solidFill>
                  <a:schemeClr val="tx1"/>
                </a:solidFill>
                <a:latin typeface="Times New Roman" panose="02020603050405020304" pitchFamily="18" charset="0"/>
                <a:cs typeface="Times New Roman" panose="02020603050405020304" pitchFamily="18" charset="0"/>
                <a:sym typeface="+mn-ea"/>
              </a:rPr>
              <a:t> Atleast 4GB</a:t>
            </a:r>
            <a:endParaRPr lang="en-US" dirty="0">
              <a:solidFill>
                <a:schemeClr val="tx1"/>
              </a:solidFill>
              <a:latin typeface="Times New Roman" panose="02020603050405020304" pitchFamily="18" charset="0"/>
              <a:cs typeface="Times New Roman" panose="02020603050405020304" pitchFamily="18" charset="0"/>
            </a:endParaRPr>
          </a:p>
          <a:p>
            <a:pPr marL="0" indent="0">
              <a:buNone/>
            </a:pPr>
            <a:endParaRPr lang="en-US" b="1" dirty="0">
              <a:solidFill>
                <a:schemeClr val="tx1"/>
              </a:solidFill>
              <a:latin typeface="Times New Roman" panose="02020603050405020304" pitchFamily="18" charset="0"/>
              <a:cs typeface="Times New Roman" panose="02020603050405020304" pitchFamily="18" charset="0"/>
            </a:endParaRPr>
          </a:p>
          <a:p>
            <a:pPr marL="0" indent="0">
              <a:lnSpc>
                <a:spcPct val="100000"/>
              </a:lnSpc>
              <a:buNone/>
            </a:pPr>
            <a:r>
              <a:rPr lang="en-IN" b="1" dirty="0">
                <a:solidFill>
                  <a:schemeClr val="tx1"/>
                </a:solidFill>
                <a:latin typeface="Times New Roman" panose="02020603050405020304" pitchFamily="18" charset="0"/>
                <a:cs typeface="Times New Roman" panose="02020603050405020304" pitchFamily="18" charset="0"/>
                <a:sym typeface="+mn-ea"/>
              </a:rPr>
              <a:t>Software requirements :</a:t>
            </a:r>
            <a:endParaRPr lang="en-IN" b="1" dirty="0">
              <a:solidFill>
                <a:schemeClr val="tx1"/>
              </a:solidFill>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Ø"/>
            </a:pPr>
            <a:r>
              <a:rPr lang="en-IN" b="1" dirty="0">
                <a:solidFill>
                  <a:schemeClr val="tx1"/>
                </a:solidFill>
                <a:latin typeface="Times New Roman" panose="02020603050405020304" pitchFamily="18" charset="0"/>
                <a:cs typeface="Times New Roman" panose="02020603050405020304" pitchFamily="18" charset="0"/>
                <a:sym typeface="+mn-ea"/>
              </a:rPr>
              <a:t>Operating System   </a:t>
            </a:r>
            <a:r>
              <a:rPr lang="en-US" altLang="en-IN" b="1" dirty="0">
                <a:solidFill>
                  <a:schemeClr val="tx1"/>
                </a:solidFill>
                <a:latin typeface="Times New Roman" panose="02020603050405020304" pitchFamily="18" charset="0"/>
                <a:cs typeface="Times New Roman" panose="02020603050405020304" pitchFamily="18" charset="0"/>
                <a:sym typeface="+mn-ea"/>
              </a:rPr>
              <a:t>     </a:t>
            </a:r>
            <a:r>
              <a:rPr lang="en-IN" b="1" dirty="0">
                <a:solidFill>
                  <a:schemeClr val="tx1"/>
                </a:solidFill>
                <a:latin typeface="Times New Roman" panose="02020603050405020304" pitchFamily="18" charset="0"/>
                <a:cs typeface="Times New Roman" panose="02020603050405020304" pitchFamily="18" charset="0"/>
                <a:sym typeface="+mn-ea"/>
              </a:rPr>
              <a:t>:     </a:t>
            </a:r>
            <a:r>
              <a:rPr lang="en-IN" dirty="0">
                <a:solidFill>
                  <a:schemeClr val="tx1"/>
                </a:solidFill>
                <a:latin typeface="Times New Roman" panose="02020603050405020304" pitchFamily="18" charset="0"/>
                <a:cs typeface="Times New Roman" panose="02020603050405020304" pitchFamily="18" charset="0"/>
                <a:sym typeface="+mn-ea"/>
              </a:rPr>
              <a:t>Windows 10</a:t>
            </a:r>
            <a:r>
              <a:rPr lang="en-US" altLang="en-IN" dirty="0">
                <a:solidFill>
                  <a:schemeClr val="tx1"/>
                </a:solidFill>
                <a:latin typeface="Times New Roman" panose="02020603050405020304" pitchFamily="18" charset="0"/>
                <a:cs typeface="Times New Roman" panose="02020603050405020304" pitchFamily="18" charset="0"/>
                <a:sym typeface="+mn-ea"/>
              </a:rPr>
              <a:t> or 11</a:t>
            </a:r>
            <a:endParaRPr lang="en-IN"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IN" b="1" dirty="0">
                <a:solidFill>
                  <a:schemeClr val="tx1"/>
                </a:solidFill>
                <a:latin typeface="Times New Roman" panose="02020603050405020304" pitchFamily="18" charset="0"/>
                <a:cs typeface="Times New Roman" panose="02020603050405020304" pitchFamily="18" charset="0"/>
                <a:sym typeface="+mn-ea"/>
              </a:rPr>
              <a:t>Coding Language    </a:t>
            </a:r>
            <a:r>
              <a:rPr lang="en-US" altLang="en-IN" b="1" dirty="0">
                <a:solidFill>
                  <a:schemeClr val="tx1"/>
                </a:solidFill>
                <a:latin typeface="Times New Roman" panose="02020603050405020304" pitchFamily="18" charset="0"/>
                <a:cs typeface="Times New Roman" panose="02020603050405020304" pitchFamily="18" charset="0"/>
                <a:sym typeface="+mn-ea"/>
              </a:rPr>
              <a:t>    </a:t>
            </a:r>
            <a:r>
              <a:rPr lang="en-IN" b="1" dirty="0">
                <a:solidFill>
                  <a:schemeClr val="tx1"/>
                </a:solidFill>
                <a:latin typeface="Times New Roman" panose="02020603050405020304" pitchFamily="18" charset="0"/>
                <a:cs typeface="Times New Roman" panose="02020603050405020304" pitchFamily="18" charset="0"/>
                <a:sym typeface="+mn-ea"/>
              </a:rPr>
              <a:t>:     </a:t>
            </a:r>
            <a:r>
              <a:rPr lang="en-IN" dirty="0">
                <a:solidFill>
                  <a:schemeClr val="tx1"/>
                </a:solidFill>
                <a:latin typeface="Times New Roman" panose="02020603050405020304" pitchFamily="18" charset="0"/>
                <a:cs typeface="Times New Roman" panose="02020603050405020304" pitchFamily="18" charset="0"/>
                <a:sym typeface="+mn-ea"/>
              </a:rPr>
              <a:t>Python</a:t>
            </a:r>
            <a:r>
              <a:rPr lang="en-US" altLang="en-IN" dirty="0">
                <a:solidFill>
                  <a:schemeClr val="tx1"/>
                </a:solidFill>
                <a:latin typeface="Times New Roman" panose="02020603050405020304" pitchFamily="18" charset="0"/>
                <a:cs typeface="Times New Roman" panose="02020603050405020304" pitchFamily="18" charset="0"/>
                <a:sym typeface="+mn-ea"/>
              </a:rPr>
              <a:t> 3.7.0</a:t>
            </a:r>
            <a:endParaRPr lang="en-IN"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altLang="en-IN" b="1" dirty="0">
                <a:solidFill>
                  <a:schemeClr val="tx1"/>
                </a:solidFill>
                <a:latin typeface="Times New Roman" panose="02020603050405020304" pitchFamily="18" charset="0"/>
                <a:cs typeface="Times New Roman" panose="02020603050405020304" pitchFamily="18" charset="0"/>
                <a:sym typeface="+mn-ea"/>
              </a:rPr>
              <a:t>Libraries	  </a:t>
            </a:r>
            <a:r>
              <a:rPr lang="en-US" altLang="en-IN" dirty="0">
                <a:solidFill>
                  <a:schemeClr val="tx1"/>
                </a:solidFill>
                <a:latin typeface="Times New Roman" panose="02020603050405020304" pitchFamily="18" charset="0"/>
                <a:cs typeface="Times New Roman" panose="02020603050405020304" pitchFamily="18" charset="0"/>
                <a:sym typeface="+mn-ea"/>
              </a:rPr>
              <a:t>       </a:t>
            </a:r>
            <a:r>
              <a:rPr lang="en-US" altLang="en-IN" b="1" dirty="0">
                <a:solidFill>
                  <a:schemeClr val="tx1"/>
                </a:solidFill>
                <a:latin typeface="Times New Roman" panose="02020603050405020304" pitchFamily="18" charset="0"/>
                <a:cs typeface="Times New Roman" panose="02020603050405020304" pitchFamily="18" charset="0"/>
                <a:sym typeface="+mn-ea"/>
              </a:rPr>
              <a:t>:</a:t>
            </a:r>
            <a:r>
              <a:rPr lang="en-US" altLang="en-IN" dirty="0">
                <a:solidFill>
                  <a:schemeClr val="tx1"/>
                </a:solidFill>
                <a:latin typeface="Times New Roman" panose="02020603050405020304" pitchFamily="18" charset="0"/>
                <a:cs typeface="Times New Roman" panose="02020603050405020304" pitchFamily="18" charset="0"/>
                <a:sym typeface="+mn-ea"/>
              </a:rPr>
              <a:t> </a:t>
            </a:r>
            <a:r>
              <a:rPr lang="en-US" altLang="en-IN" b="1" dirty="0">
                <a:solidFill>
                  <a:schemeClr val="tx1"/>
                </a:solidFill>
                <a:latin typeface="Times New Roman" panose="02020603050405020304" pitchFamily="18" charset="0"/>
                <a:cs typeface="Times New Roman" panose="02020603050405020304" pitchFamily="18" charset="0"/>
                <a:sym typeface="+mn-ea"/>
              </a:rPr>
              <a:t> </a:t>
            </a:r>
            <a:r>
              <a:rPr lang="en-US" altLang="en-IN" dirty="0">
                <a:solidFill>
                  <a:schemeClr val="tx1"/>
                </a:solidFill>
                <a:latin typeface="Times New Roman" panose="02020603050405020304" pitchFamily="18" charset="0"/>
                <a:cs typeface="Times New Roman" panose="02020603050405020304" pitchFamily="18" charset="0"/>
                <a:sym typeface="+mn-ea"/>
              </a:rPr>
              <a:t>Pandas,Matplotlib,</a:t>
            </a:r>
            <a:endParaRPr lang="en-US" altLang="en-IN" dirty="0">
              <a:solidFill>
                <a:schemeClr val="tx1"/>
              </a:solidFill>
              <a:latin typeface="Times New Roman" panose="02020603050405020304" pitchFamily="18" charset="0"/>
              <a:cs typeface="Times New Roman" panose="02020603050405020304" pitchFamily="18" charset="0"/>
              <a:sym typeface="+mn-ea"/>
            </a:endParaRPr>
          </a:p>
          <a:p>
            <a:pPr marL="0" indent="0">
              <a:buFont typeface="Wingdings" panose="05000000000000000000" pitchFamily="2" charset="2"/>
              <a:buNone/>
            </a:pPr>
            <a:r>
              <a:rPr lang="en-IN" altLang="en-US" b="1" dirty="0">
                <a:solidFill>
                  <a:schemeClr val="tx1"/>
                </a:solidFill>
                <a:latin typeface="Times New Roman" panose="02020603050405020304" pitchFamily="18" charset="0"/>
                <a:cs typeface="Times New Roman" panose="02020603050405020304" pitchFamily="18" charset="0"/>
              </a:rPr>
              <a:t>Tensorflow </a:t>
            </a:r>
            <a:endParaRPr lang="en-IN" altLang="en-US" b="1" dirty="0">
              <a:solidFill>
                <a:schemeClr val="tx1"/>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Char char="Ø"/>
            </a:pPr>
            <a:r>
              <a:rPr lang="en-IN" altLang="en-US" b="1" dirty="0">
                <a:solidFill>
                  <a:schemeClr val="tx1"/>
                </a:solidFill>
                <a:latin typeface="Times New Roman" panose="02020603050405020304" pitchFamily="18" charset="0"/>
                <a:cs typeface="Times New Roman" panose="02020603050405020304" pitchFamily="18" charset="0"/>
              </a:rPr>
              <a:t>Image processing Libraries  : </a:t>
            </a:r>
            <a:r>
              <a:rPr lang="en-IN" altLang="en-US" dirty="0">
                <a:solidFill>
                  <a:schemeClr val="tx1"/>
                </a:solidFill>
                <a:latin typeface="Times New Roman" panose="02020603050405020304" pitchFamily="18" charset="0"/>
                <a:cs typeface="Times New Roman" panose="02020603050405020304" pitchFamily="18" charset="0"/>
              </a:rPr>
              <a:t>OpenCV</a:t>
            </a:r>
            <a:endParaRPr lang="en-US" altLang="en-IN" b="1" dirty="0">
              <a:solidFill>
                <a:schemeClr val="tx1"/>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endParaRPr lang="en-US" altLang="en-IN" b="1" dirty="0">
              <a:solidFill>
                <a:schemeClr val="tx1"/>
              </a:solidFill>
              <a:latin typeface="Times New Roman" panose="02020603050405020304" pitchFamily="18" charset="0"/>
              <a:cs typeface="Times New Roman" panose="02020603050405020304" pitchFamily="18" charset="0"/>
            </a:endParaRPr>
          </a:p>
        </p:txBody>
      </p:sp>
      <p:pic>
        <p:nvPicPr>
          <p:cNvPr id="1026" name="Picture 2" descr="Hardware vs. Software Development: Similarities and Differences"/>
          <p:cNvPicPr>
            <a:picLocks noChangeAspect="1" noChangeArrowheads="1"/>
          </p:cNvPicPr>
          <p:nvPr>
            <p:custDataLst>
              <p:tags r:id="rId2"/>
            </p:custDataLst>
          </p:nvPr>
        </p:nvPicPr>
        <p:blipFill>
          <a:blip r:embed="rId3" cstate="print">
            <a:extLst>
              <a:ext uri="{28A0092B-C50C-407E-A947-70E740481C1C}">
                <a14:useLocalDpi xmlns:a14="http://schemas.microsoft.com/office/drawing/2010/main" val="0"/>
              </a:ext>
            </a:extLst>
          </a:blip>
          <a:srcRect/>
          <a:stretch>
            <a:fillRect/>
          </a:stretch>
        </p:blipFill>
        <p:spPr bwMode="auto">
          <a:xfrm>
            <a:off x="6393180" y="1062355"/>
            <a:ext cx="6523990" cy="5114925"/>
          </a:xfrm>
          <a:prstGeom prst="rect">
            <a:avLst/>
          </a:prstGeom>
          <a:noFill/>
          <a:extLst>
            <a:ext uri="{909E8E84-426E-40DD-AFC4-6F175D3DCCD1}">
              <a14:hiddenFill xmlns:a14="http://schemas.microsoft.com/office/drawing/2010/main">
                <a:solidFill>
                  <a:srgbClr val="FFFFFF"/>
                </a:solidFill>
              </a14:hiddenFill>
            </a:ext>
          </a:extLst>
        </p:spPr>
      </p:pic>
      <p:sp>
        <p:nvSpPr>
          <p:cNvPr id="50" name="Title 48"/>
          <p:cNvSpPr>
            <a:spLocks noGrp="1"/>
          </p:cNvSpPr>
          <p:nvPr>
            <p:custDataLst>
              <p:tags r:id="rId4"/>
            </p:custDataLst>
          </p:nvPr>
        </p:nvSpPr>
        <p:spPr>
          <a:xfrm>
            <a:off x="838200" y="212725"/>
            <a:ext cx="10515600" cy="981075"/>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Requirements specification</a:t>
            </a:r>
            <a:endParaRPr lang="en-US">
              <a:solidFill>
                <a:schemeClr val="dk1"/>
              </a:solidFill>
              <a:latin typeface="Algerian" panose="04020705040A02060702" pitchFamily="82" charset="0"/>
              <a:cs typeface="Algerian" panose="04020705040A02060702" pitchFamily="82" charset="0"/>
            </a:endParaRPr>
          </a:p>
        </p:txBody>
      </p:sp>
    </p:spTree>
    <p:custDataLst>
      <p:tags r:id="rId5"/>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Content Placeholder 2"/>
          <p:cNvSpPr>
            <a:spLocks noGrp="1"/>
          </p:cNvSpPr>
          <p:nvPr>
            <p:custDataLst>
              <p:tags r:id="rId1"/>
            </p:custDataLst>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1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The use of Convolutional Neural Networks (CNNs) for automated and accurate plant disease identification is a novel approach, reducing the reliance on human experts.</a:t>
            </a:r>
            <a:endParaRPr lang="en-US" sz="2000">
              <a:solidFill>
                <a:schemeClr val="tx1"/>
              </a:solidFill>
              <a:latin typeface="Times New Roman" panose="02020603050405020304" pitchFamily="18" charset="0"/>
              <a:cs typeface="Times New Roman" panose="02020603050405020304" pitchFamily="18" charset="0"/>
            </a:endParaRPr>
          </a:p>
          <a:p>
            <a:pPr>
              <a:lnSpc>
                <a:spcPct val="11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The integration of cloud computing allows for real-time image analysis and disease prediction, making it accessible to farmers through a simple smartphone app.</a:t>
            </a:r>
            <a:endParaRPr lang="en-US" sz="2000">
              <a:solidFill>
                <a:schemeClr val="tx1"/>
              </a:solidFill>
              <a:latin typeface="Times New Roman" panose="02020603050405020304" pitchFamily="18" charset="0"/>
              <a:cs typeface="Times New Roman" panose="02020603050405020304" pitchFamily="18" charset="0"/>
            </a:endParaRPr>
          </a:p>
          <a:p>
            <a:pPr>
              <a:lnSpc>
                <a:spcPct val="11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The system continuously improves its accuracy by retraining the CNN model with new user-uploaded images and expert feedback, ensuring it stays up-to-date with new diseases.</a:t>
            </a:r>
            <a:endParaRPr lang="en-US" sz="2000">
              <a:solidFill>
                <a:schemeClr val="tx1"/>
              </a:solidFill>
              <a:latin typeface="Times New Roman" panose="02020603050405020304" pitchFamily="18" charset="0"/>
              <a:cs typeface="Times New Roman" panose="02020603050405020304" pitchFamily="18" charset="0"/>
            </a:endParaRPr>
          </a:p>
          <a:p>
            <a:pPr>
              <a:lnSpc>
                <a:spcPct val="11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The project offers the unique feature of generating disease density maps using geo-tagged images, enabling proactive monitoring of disease spread.</a:t>
            </a:r>
            <a:endParaRPr lang="en-US" sz="2000">
              <a:solidFill>
                <a:schemeClr val="tx1"/>
              </a:solidFill>
              <a:latin typeface="Times New Roman" panose="02020603050405020304" pitchFamily="18" charset="0"/>
              <a:cs typeface="Times New Roman" panose="02020603050405020304" pitchFamily="18" charset="0"/>
            </a:endParaRPr>
          </a:p>
          <a:p>
            <a:pPr>
              <a:lnSpc>
                <a:spcPct val="110000"/>
              </a:lnSpc>
              <a:buFont typeface="Wingdings" panose="05000000000000000000" charset="0"/>
              <a:buChar char="Ø"/>
            </a:pPr>
            <a:r>
              <a:rPr lang="en-US" sz="2000">
                <a:solidFill>
                  <a:schemeClr val="tx1"/>
                </a:solidFill>
                <a:latin typeface="Times New Roman" panose="02020603050405020304" pitchFamily="18" charset="0"/>
                <a:cs typeface="Times New Roman" panose="02020603050405020304" pitchFamily="18" charset="0"/>
              </a:rPr>
              <a:t>The system provides a user-friendly interface, making it easy for farmers to diagnose diseases and get treatment recommendations without needing specialized</a:t>
            </a:r>
            <a:endParaRPr lang="en-US" sz="2000">
              <a:solidFill>
                <a:schemeClr val="tx1"/>
              </a:solidFill>
              <a:latin typeface="Times New Roman" panose="02020603050405020304" pitchFamily="18" charset="0"/>
              <a:cs typeface="Times New Roman" panose="02020603050405020304" pitchFamily="18" charset="0"/>
            </a:endParaRPr>
          </a:p>
          <a:p>
            <a:endParaRPr lang="en-US" sz="2000">
              <a:solidFill>
                <a:schemeClr val="tx1"/>
              </a:solidFill>
              <a:latin typeface="Times New Roman" panose="02020603050405020304" pitchFamily="18" charset="0"/>
              <a:cs typeface="Times New Roman" panose="02020603050405020304" pitchFamily="18" charset="0"/>
            </a:endParaRPr>
          </a:p>
        </p:txBody>
      </p:sp>
      <p:sp>
        <p:nvSpPr>
          <p:cNvPr id="50" name="Title 48"/>
          <p:cNvSpPr>
            <a:spLocks noGrp="1"/>
          </p:cNvSpPr>
          <p:nvPr>
            <p:custDataLst>
              <p:tags r:id="rId2"/>
            </p:custDataLst>
          </p:nvPr>
        </p:nvSpPr>
        <p:spPr>
          <a:xfrm>
            <a:off x="838200" y="365125"/>
            <a:ext cx="10515600" cy="876300"/>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Novelty</a:t>
            </a:r>
            <a:endParaRPr lang="en-US">
              <a:solidFill>
                <a:schemeClr val="dk1"/>
              </a:solidFill>
              <a:latin typeface="Algerian" panose="04020705040A02060702" pitchFamily="82" charset="0"/>
              <a:cs typeface="Algerian" panose="04020705040A02060702" pitchFamily="82" charset="0"/>
            </a:endParaRPr>
          </a:p>
        </p:txBody>
      </p:sp>
    </p:spTree>
    <p:custDataLst>
      <p:tags r:id="rId3"/>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descr="A diagram of a software system&#10;&#10;Description automatically generated"/>
          <p:cNvPicPr>
            <a:picLocks noChangeAspect="1"/>
          </p:cNvPicPr>
          <p:nvPr>
            <p:custDataLst>
              <p:tags r:id="rId1"/>
            </p:custDataLst>
          </p:nvPr>
        </p:nvPicPr>
        <p:blipFill>
          <a:blip r:embed="rId2">
            <a:extLst>
              <a:ext uri="{28A0092B-C50C-407E-A947-70E740481C1C}">
                <a14:useLocalDpi xmlns:a14="http://schemas.microsoft.com/office/drawing/2010/main" val="0"/>
              </a:ext>
            </a:extLst>
          </a:blip>
          <a:stretch>
            <a:fillRect/>
          </a:stretch>
        </p:blipFill>
        <p:spPr>
          <a:xfrm>
            <a:off x="286385" y="1146175"/>
            <a:ext cx="10855960" cy="4865370"/>
          </a:xfrm>
          <a:prstGeom prst="rect">
            <a:avLst/>
          </a:prstGeom>
        </p:spPr>
      </p:pic>
      <p:sp>
        <p:nvSpPr>
          <p:cNvPr id="36" name="Title 34"/>
          <p:cNvSpPr>
            <a:spLocks noGrp="1"/>
          </p:cNvSpPr>
          <p:nvPr>
            <p:custDataLst>
              <p:tags r:id="rId3"/>
            </p:custDataLst>
          </p:nvPr>
        </p:nvSpPr>
        <p:spPr>
          <a:xfrm>
            <a:off x="838200" y="231140"/>
            <a:ext cx="10515600" cy="818515"/>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ARCHITECTURE</a:t>
            </a:r>
            <a:endParaRPr lang="en-US">
              <a:solidFill>
                <a:schemeClr val="dk1"/>
              </a:solidFill>
              <a:latin typeface="Algerian" panose="04020705040A02060702" pitchFamily="82" charset="0"/>
              <a:cs typeface="Algerian" panose="04020705040A02060702" pitchFamily="82" charset="0"/>
            </a:endParaRPr>
          </a:p>
        </p:txBody>
      </p:sp>
    </p:spTree>
    <p:custDataLst>
      <p:tags r:id="rId4"/>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Content Placeholder 2"/>
          <p:cNvSpPr>
            <a:spLocks noGrp="1"/>
          </p:cNvSpPr>
          <p:nvPr>
            <p:custDataLst>
              <p:tags r:id="rId1"/>
            </p:custDataLst>
          </p:nvPr>
        </p:nvSpPr>
        <p:spPr>
          <a:xfrm>
            <a:off x="838200" y="1537970"/>
            <a:ext cx="10515600" cy="4639310"/>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charset="0"/>
              <a:buChar char="Ø"/>
            </a:pPr>
            <a:r>
              <a:rPr lang="en-US" sz="2400">
                <a:solidFill>
                  <a:schemeClr val="tx1"/>
                </a:solidFill>
                <a:latin typeface="Times New Roman" panose="02020603050405020304" pitchFamily="18" charset="0"/>
                <a:cs typeface="Times New Roman" panose="02020603050405020304" pitchFamily="18" charset="0"/>
              </a:rPr>
              <a:t>Register Module</a:t>
            </a:r>
            <a:endParaRPr lang="en-US" sz="240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charset="0"/>
              <a:buChar char="Ø"/>
            </a:pPr>
            <a:r>
              <a:rPr lang="en-US" sz="2400">
                <a:solidFill>
                  <a:schemeClr val="tx1"/>
                </a:solidFill>
                <a:latin typeface="Times New Roman" panose="02020603050405020304" pitchFamily="18" charset="0"/>
                <a:cs typeface="Times New Roman" panose="02020603050405020304" pitchFamily="18" charset="0"/>
              </a:rPr>
              <a:t>Login Module</a:t>
            </a:r>
            <a:endParaRPr lang="en-US" sz="240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charset="0"/>
              <a:buChar char="Ø"/>
            </a:pPr>
            <a:r>
              <a:rPr lang="en-US" sz="2400">
                <a:solidFill>
                  <a:schemeClr val="tx1"/>
                </a:solidFill>
                <a:latin typeface="Times New Roman" panose="02020603050405020304" pitchFamily="18" charset="0"/>
                <a:cs typeface="Times New Roman" panose="02020603050405020304" pitchFamily="18" charset="0"/>
              </a:rPr>
              <a:t>Upload Plant Image Module</a:t>
            </a:r>
            <a:endParaRPr lang="en-US" sz="240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charset="0"/>
              <a:buChar char="Ø"/>
            </a:pPr>
            <a:r>
              <a:rPr lang="en-US" sz="2400">
                <a:solidFill>
                  <a:schemeClr val="tx1"/>
                </a:solidFill>
                <a:latin typeface="Times New Roman" panose="02020603050405020304" pitchFamily="18" charset="0"/>
                <a:cs typeface="Times New Roman" panose="02020603050405020304" pitchFamily="18" charset="0"/>
              </a:rPr>
              <a:t>Disease Classification Module</a:t>
            </a:r>
            <a:r>
              <a:rPr lang="en-IN" altLang="en-US" sz="2400">
                <a:solidFill>
                  <a:schemeClr val="tx1"/>
                </a:solidFill>
                <a:latin typeface="Times New Roman" panose="02020603050405020304" pitchFamily="18" charset="0"/>
                <a:cs typeface="Times New Roman" panose="02020603050405020304" pitchFamily="18" charset="0"/>
              </a:rPr>
              <a:t>	</a:t>
            </a:r>
            <a:endParaRPr lang="en-IN" altLang="en-US" sz="240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charset="0"/>
              <a:buChar char="Ø"/>
            </a:pPr>
            <a:r>
              <a:rPr lang="en-IN" altLang="en-US" sz="2400">
                <a:solidFill>
                  <a:schemeClr val="tx1"/>
                </a:solidFill>
                <a:latin typeface="Times New Roman" panose="02020603050405020304" pitchFamily="18" charset="0"/>
                <a:cs typeface="Times New Roman" panose="02020603050405020304" pitchFamily="18" charset="0"/>
              </a:rPr>
              <a:t>Pesticide Recommendation Module</a:t>
            </a:r>
            <a:endParaRPr lang="en-IN" altLang="en-US" sz="2400">
              <a:solidFill>
                <a:schemeClr val="tx1"/>
              </a:solidFill>
              <a:latin typeface="Times New Roman" panose="02020603050405020304" pitchFamily="18" charset="0"/>
              <a:cs typeface="Times New Roman" panose="02020603050405020304" pitchFamily="18" charset="0"/>
            </a:endParaRPr>
          </a:p>
          <a:p>
            <a:pPr>
              <a:lnSpc>
                <a:spcPct val="120000"/>
              </a:lnSpc>
              <a:buFont typeface="Wingdings" panose="05000000000000000000" charset="0"/>
              <a:buChar char="Ø"/>
            </a:pPr>
            <a:r>
              <a:rPr lang="en-IN" altLang="en-US" sz="2400">
                <a:solidFill>
                  <a:schemeClr val="tx1"/>
                </a:solidFill>
                <a:latin typeface="Times New Roman" panose="02020603050405020304" pitchFamily="18" charset="0"/>
                <a:cs typeface="Times New Roman" panose="02020603050405020304" pitchFamily="18" charset="0"/>
              </a:rPr>
              <a:t>Logout Module</a:t>
            </a:r>
            <a:r>
              <a:rPr lang="en-IN" altLang="en-US" sz="2400">
                <a:solidFill>
                  <a:schemeClr val="tx1"/>
                </a:solidFill>
                <a:cs typeface="Times New Roman" panose="02020603050405020304" pitchFamily="18" charset="0"/>
              </a:rPr>
              <a:t>:</a:t>
            </a:r>
            <a:endParaRPr lang="en-IN" altLang="en-US" sz="2400">
              <a:solidFill>
                <a:schemeClr val="tx1"/>
              </a:solidFill>
              <a:cs typeface="Times New Roman" panose="02020603050405020304" pitchFamily="18" charset="0"/>
            </a:endParaRPr>
          </a:p>
        </p:txBody>
      </p:sp>
      <p:sp>
        <p:nvSpPr>
          <p:cNvPr id="50" name="Title 48"/>
          <p:cNvSpPr>
            <a:spLocks noGrp="1"/>
          </p:cNvSpPr>
          <p:nvPr>
            <p:custDataLst>
              <p:tags r:id="rId2"/>
            </p:custDataLst>
          </p:nvPr>
        </p:nvSpPr>
        <p:spPr>
          <a:xfrm>
            <a:off x="838200" y="211455"/>
            <a:ext cx="10515600" cy="857250"/>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MODULES</a:t>
            </a:r>
            <a:endParaRPr lang="en-US">
              <a:solidFill>
                <a:schemeClr val="dk1"/>
              </a:solidFill>
              <a:latin typeface="Algerian" panose="04020705040A02060702" pitchFamily="82" charset="0"/>
              <a:cs typeface="Algerian" panose="04020705040A02060702" pitchFamily="82" charset="0"/>
            </a:endParaRPr>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 name="Content Placeholder 2"/>
          <p:cNvSpPr>
            <a:spLocks noGrp="1"/>
          </p:cNvSpPr>
          <p:nvPr>
            <p:custDataLst>
              <p:tags r:id="rId1"/>
            </p:custDataLst>
          </p:nvPr>
        </p:nvSpPr>
        <p:spPr>
          <a:xfrm>
            <a:off x="838200" y="992505"/>
            <a:ext cx="10515600" cy="5184775"/>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charset="0"/>
              <a:buChar char="Ø"/>
            </a:pPr>
            <a:r>
              <a:rPr lang="en-US" b="1" dirty="0">
                <a:solidFill>
                  <a:schemeClr val="tx1"/>
                </a:solidFill>
                <a:latin typeface="Times New Roman" panose="02020603050405020304" pitchFamily="18" charset="0"/>
                <a:ea typeface="Calibri" panose="020F0502020204030204" charset="0"/>
                <a:cs typeface="Times New Roman" panose="02020603050405020304" pitchFamily="18" charset="0"/>
                <a:sym typeface="+mn-ea"/>
              </a:rPr>
              <a:t>USE CASE DIAGRAM</a:t>
            </a:r>
            <a:r>
              <a:rPr lang="en-US" b="1" dirty="0">
                <a:solidFill>
                  <a:schemeClr val="tx1"/>
                </a:solidFill>
                <a:ea typeface="Calibri" panose="020F0502020204030204" charset="0"/>
                <a:cs typeface="Times New Roman" panose="02020603050405020304" pitchFamily="18" charset="0"/>
                <a:sym typeface="+mn-ea"/>
              </a:rPr>
              <a:t>:</a:t>
            </a:r>
            <a:endParaRPr lang="en-US" b="1" dirty="0">
              <a:solidFill>
                <a:schemeClr val="tx1"/>
              </a:solidFill>
              <a:ea typeface="Calibri" panose="020F0502020204030204" charset="0"/>
              <a:cs typeface="Times New Roman" panose="02020603050405020304" pitchFamily="18" charset="0"/>
            </a:endParaRPr>
          </a:p>
          <a:p>
            <a:pPr marL="0" indent="0">
              <a:buFont typeface="Wingdings" panose="05000000000000000000" charset="0"/>
              <a:buNone/>
            </a:pPr>
            <a:endParaRPr lang="en-US" b="1" dirty="0">
              <a:solidFill>
                <a:schemeClr val="tx1"/>
              </a:solidFill>
              <a:ea typeface="Calibri" panose="020F0502020204030204" charset="0"/>
              <a:cs typeface="Times New Roman" panose="02020603050405020304" pitchFamily="18" charset="0"/>
            </a:endParaRPr>
          </a:p>
        </p:txBody>
      </p:sp>
      <p:sp>
        <p:nvSpPr>
          <p:cNvPr id="51" name="Title 49"/>
          <p:cNvSpPr>
            <a:spLocks noGrp="1"/>
          </p:cNvSpPr>
          <p:nvPr>
            <p:custDataLst>
              <p:tags r:id="rId2"/>
            </p:custDataLst>
          </p:nvPr>
        </p:nvSpPr>
        <p:spPr>
          <a:xfrm>
            <a:off x="838200" y="212090"/>
            <a:ext cx="10515600" cy="847090"/>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UML DIAGRAMS</a:t>
            </a:r>
            <a:endParaRPr lang="en-US">
              <a:solidFill>
                <a:schemeClr val="dk1"/>
              </a:solidFill>
              <a:latin typeface="Algerian" panose="04020705040A02060702" pitchFamily="82" charset="0"/>
              <a:cs typeface="Algerian" panose="04020705040A02060702" pitchFamily="82" charset="0"/>
            </a:endParaRPr>
          </a:p>
        </p:txBody>
      </p:sp>
      <p:pic>
        <p:nvPicPr>
          <p:cNvPr id="5" name="Picture 4"/>
          <p:cNvPicPr>
            <a:picLocks noChangeAspect="1"/>
          </p:cNvPicPr>
          <p:nvPr/>
        </p:nvPicPr>
        <p:blipFill>
          <a:blip r:embed="rId3"/>
          <a:stretch>
            <a:fillRect/>
          </a:stretch>
        </p:blipFill>
        <p:spPr>
          <a:xfrm>
            <a:off x="1792605" y="1483360"/>
            <a:ext cx="7930515" cy="5258435"/>
          </a:xfrm>
          <a:prstGeom prst="rect">
            <a:avLst/>
          </a:prstGeom>
        </p:spPr>
      </p:pic>
    </p:spTree>
    <p:custDataLst>
      <p:tags r:id="rId4"/>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 name="Content Placeholder 2"/>
          <p:cNvSpPr>
            <a:spLocks noGrp="1"/>
          </p:cNvSpPr>
          <p:nvPr>
            <p:custDataLst>
              <p:tags r:id="rId1"/>
            </p:custDataLst>
          </p:nvPr>
        </p:nvSpPr>
        <p:spPr>
          <a:xfrm>
            <a:off x="838200" y="944880"/>
            <a:ext cx="10515600" cy="5232400"/>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charset="0"/>
              <a:buChar char="Ø"/>
            </a:pPr>
            <a:r>
              <a:rPr lang="en-US" b="1" dirty="0">
                <a:solidFill>
                  <a:schemeClr val="tx1"/>
                </a:solidFill>
                <a:latin typeface="Times New Roman" panose="02020603050405020304" pitchFamily="18" charset="0"/>
                <a:ea typeface="Calibri" panose="020F0502020204030204" charset="0"/>
                <a:cs typeface="Times New Roman" panose="02020603050405020304" pitchFamily="18" charset="0"/>
                <a:sym typeface="+mn-ea"/>
              </a:rPr>
              <a:t>CLASS DIAGRAM</a:t>
            </a:r>
            <a:r>
              <a:rPr lang="en-IN" altLang="en-US" b="1" dirty="0">
                <a:solidFill>
                  <a:schemeClr val="tx1"/>
                </a:solidFill>
                <a:ea typeface="Calibri" panose="020F0502020204030204" charset="0"/>
                <a:cs typeface="Times New Roman" panose="02020603050405020304" pitchFamily="18" charset="0"/>
                <a:sym typeface="+mn-ea"/>
              </a:rPr>
              <a:t>:</a:t>
            </a:r>
            <a:endParaRPr lang="en-IN" altLang="en-US" b="1" dirty="0">
              <a:solidFill>
                <a:schemeClr val="tx1"/>
              </a:solidFill>
              <a:ea typeface="Calibri" panose="020F0502020204030204" charset="0"/>
              <a:cs typeface="Times New Roman" panose="02020603050405020304" pitchFamily="18" charset="0"/>
              <a:sym typeface="+mn-ea"/>
            </a:endParaRPr>
          </a:p>
          <a:p>
            <a:pPr marL="0" indent="0">
              <a:buFont typeface="Wingdings" panose="05000000000000000000" charset="0"/>
              <a:buNone/>
            </a:pPr>
            <a:endParaRPr lang="en-IN" altLang="en-US" b="1" dirty="0">
              <a:solidFill>
                <a:schemeClr val="tx1"/>
              </a:solidFill>
              <a:ea typeface="Calibri" panose="020F0502020204030204" charset="0"/>
              <a:cs typeface="Times New Roman" panose="02020603050405020304" pitchFamily="18" charset="0"/>
              <a:sym typeface="+mn-ea"/>
            </a:endParaRPr>
          </a:p>
        </p:txBody>
      </p:sp>
      <p:pic>
        <p:nvPicPr>
          <p:cNvPr id="7" name="Picture 6"/>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3585845" y="1490980"/>
            <a:ext cx="5702300" cy="5059045"/>
          </a:xfrm>
          <a:prstGeom prst="rect">
            <a:avLst/>
          </a:prstGeom>
        </p:spPr>
      </p:pic>
      <p:sp>
        <p:nvSpPr>
          <p:cNvPr id="51" name="Title 49"/>
          <p:cNvSpPr>
            <a:spLocks noGrp="1"/>
          </p:cNvSpPr>
          <p:nvPr>
            <p:custDataLst>
              <p:tags r:id="rId4"/>
            </p:custDataLst>
          </p:nvPr>
        </p:nvSpPr>
        <p:spPr>
          <a:xfrm>
            <a:off x="838200" y="184785"/>
            <a:ext cx="10515600" cy="645160"/>
          </a:xfrm>
          <a:prstGeom prst="rect">
            <a:avLst/>
          </a:prstGeom>
        </p:spPr>
        <p:txBody>
          <a:bodyPr vert="horz" lIns="91440" tIns="45720" rIns="91440" bIns="45720" rtlCol="0" anchor="ctr">
            <a:normAutofit fontScale="90000"/>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UML DIAGRAMS</a:t>
            </a:r>
            <a:endParaRPr lang="en-US">
              <a:solidFill>
                <a:schemeClr val="dk1"/>
              </a:solidFill>
              <a:latin typeface="Algerian" panose="04020705040A02060702" pitchFamily="82" charset="0"/>
              <a:cs typeface="Algerian" panose="04020705040A02060702" pitchFamily="82" charset="0"/>
            </a:endParaRPr>
          </a:p>
        </p:txBody>
      </p:sp>
    </p:spTree>
    <p:custDataLst>
      <p:tags r:id="rId5"/>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 name="Content Placeholder 2"/>
          <p:cNvSpPr>
            <a:spLocks noGrp="1"/>
          </p:cNvSpPr>
          <p:nvPr>
            <p:custDataLst>
              <p:tags r:id="rId1"/>
            </p:custDataLst>
          </p:nvPr>
        </p:nvSpPr>
        <p:spPr>
          <a:xfrm>
            <a:off x="838200" y="983615"/>
            <a:ext cx="10515600" cy="5193665"/>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charset="0"/>
              <a:buChar char="Ø"/>
            </a:pPr>
            <a:r>
              <a:rPr lang="en-US" b="1" dirty="0">
                <a:solidFill>
                  <a:schemeClr val="tx1"/>
                </a:solidFill>
                <a:ea typeface="Calibri" panose="020F0502020204030204" charset="0"/>
                <a:cs typeface="Times New Roman" panose="02020603050405020304" pitchFamily="18" charset="0"/>
                <a:sym typeface="+mn-ea"/>
              </a:rPr>
              <a:t> </a:t>
            </a:r>
            <a:r>
              <a:rPr lang="en-IN" altLang="en-US" b="1" dirty="0">
                <a:solidFill>
                  <a:schemeClr val="tx1"/>
                </a:solidFill>
                <a:latin typeface="Times New Roman" panose="02020603050405020304" pitchFamily="18" charset="0"/>
                <a:ea typeface="Calibri" panose="020F0502020204030204" charset="0"/>
                <a:cs typeface="Times New Roman" panose="02020603050405020304" pitchFamily="18" charset="0"/>
                <a:sym typeface="+mn-ea"/>
              </a:rPr>
              <a:t>ACTIVITY</a:t>
            </a:r>
            <a:r>
              <a:rPr lang="en-US" b="1" dirty="0">
                <a:solidFill>
                  <a:schemeClr val="tx1"/>
                </a:solidFill>
                <a:latin typeface="Times New Roman" panose="02020603050405020304" pitchFamily="18" charset="0"/>
                <a:ea typeface="Calibri" panose="020F0502020204030204" charset="0"/>
                <a:cs typeface="Times New Roman" panose="02020603050405020304" pitchFamily="18" charset="0"/>
                <a:sym typeface="+mn-ea"/>
              </a:rPr>
              <a:t> DIAGRAM</a:t>
            </a:r>
            <a:r>
              <a:rPr lang="en-IN" altLang="en-US" b="1" dirty="0">
                <a:solidFill>
                  <a:schemeClr val="tx1"/>
                </a:solidFill>
                <a:ea typeface="Calibri" panose="020F0502020204030204" charset="0"/>
                <a:cs typeface="Times New Roman" panose="02020603050405020304" pitchFamily="18" charset="0"/>
                <a:sym typeface="+mn-ea"/>
              </a:rPr>
              <a:t>:</a:t>
            </a:r>
            <a:endParaRPr lang="en-IN" altLang="en-US" b="1" dirty="0">
              <a:solidFill>
                <a:schemeClr val="tx1"/>
              </a:solidFill>
              <a:ea typeface="Calibri" panose="020F0502020204030204" charset="0"/>
              <a:cs typeface="Times New Roman" panose="02020603050405020304" pitchFamily="18" charset="0"/>
              <a:sym typeface="+mn-ea"/>
            </a:endParaRPr>
          </a:p>
          <a:p>
            <a:pPr marL="0" indent="0">
              <a:buFont typeface="Wingdings" panose="05000000000000000000" charset="0"/>
              <a:buNone/>
            </a:pPr>
            <a:endParaRPr lang="en-IN" altLang="en-US" b="1" dirty="0">
              <a:solidFill>
                <a:schemeClr val="tx1"/>
              </a:solidFill>
              <a:ea typeface="Calibri" panose="020F0502020204030204" charset="0"/>
              <a:cs typeface="Times New Roman" panose="02020603050405020304" pitchFamily="18" charset="0"/>
              <a:sym typeface="+mn-ea"/>
            </a:endParaRPr>
          </a:p>
          <a:p>
            <a:pPr marL="0" indent="0">
              <a:buFont typeface="Wingdings" panose="05000000000000000000" charset="0"/>
              <a:buNone/>
            </a:pPr>
            <a:endParaRPr lang="en-IN" altLang="en-US" b="1" dirty="0">
              <a:solidFill>
                <a:schemeClr val="tx1"/>
              </a:solidFill>
              <a:ea typeface="Calibri" panose="020F0502020204030204" charset="0"/>
              <a:cs typeface="Times New Roman" panose="02020603050405020304" pitchFamily="18" charset="0"/>
              <a:sym typeface="+mn-ea"/>
            </a:endParaRPr>
          </a:p>
        </p:txBody>
      </p:sp>
      <p:pic>
        <p:nvPicPr>
          <p:cNvPr id="11" name="Picture 10"/>
          <p:cNvPicPr>
            <a:picLocks noChangeAspect="1"/>
          </p:cNvPicPr>
          <p:nvPr>
            <p:custDataLst>
              <p:tags r:id="rId2"/>
            </p:custDataLst>
          </p:nvPr>
        </p:nvPicPr>
        <p:blipFill>
          <a:blip r:embed="rId3">
            <a:extLst>
              <a:ext uri="{28A0092B-C50C-407E-A947-70E740481C1C}">
                <a14:useLocalDpi xmlns:a14="http://schemas.microsoft.com/office/drawing/2010/main" val="0"/>
              </a:ext>
            </a:extLst>
          </a:blip>
          <a:stretch>
            <a:fillRect/>
          </a:stretch>
        </p:blipFill>
        <p:spPr>
          <a:xfrm>
            <a:off x="4013835" y="1594485"/>
            <a:ext cx="4279900" cy="4931410"/>
          </a:xfrm>
          <a:prstGeom prst="rect">
            <a:avLst/>
          </a:prstGeom>
        </p:spPr>
      </p:pic>
      <p:sp>
        <p:nvSpPr>
          <p:cNvPr id="51" name="Title 49"/>
          <p:cNvSpPr>
            <a:spLocks noGrp="1"/>
          </p:cNvSpPr>
          <p:nvPr>
            <p:custDataLst>
              <p:tags r:id="rId4"/>
            </p:custDataLst>
          </p:nvPr>
        </p:nvSpPr>
        <p:spPr>
          <a:xfrm>
            <a:off x="838200" y="135890"/>
            <a:ext cx="10515600" cy="779145"/>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UML DIAGRAMS</a:t>
            </a:r>
            <a:endParaRPr lang="en-US">
              <a:solidFill>
                <a:schemeClr val="dk1"/>
              </a:solidFill>
              <a:latin typeface="Algerian" panose="04020705040A02060702" pitchFamily="82" charset="0"/>
              <a:cs typeface="Algerian" panose="04020705040A02060702" pitchFamily="82" charset="0"/>
            </a:endParaRPr>
          </a:p>
        </p:txBody>
      </p:sp>
    </p:spTree>
    <p:custDataLst>
      <p:tags r:id="rId5"/>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 name="Content Placeholder 2"/>
          <p:cNvSpPr>
            <a:spLocks noGrp="1"/>
          </p:cNvSpPr>
          <p:nvPr>
            <p:custDataLst>
              <p:tags r:id="rId1"/>
            </p:custDataLst>
          </p:nvPr>
        </p:nvSpPr>
        <p:spPr>
          <a:xfrm>
            <a:off x="838200" y="992505"/>
            <a:ext cx="10515600" cy="5184775"/>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charset="0"/>
              <a:buChar char="Ø"/>
            </a:pPr>
            <a:r>
              <a:rPr lang="en-IN" altLang="en-US" sz="2400">
                <a:solidFill>
                  <a:schemeClr val="tx1"/>
                </a:solidFill>
                <a:latin typeface="Times New Roman" panose="02020603050405020304" pitchFamily="18" charset="0"/>
                <a:cs typeface="Times New Roman" panose="02020603050405020304" pitchFamily="18" charset="0"/>
              </a:rPr>
              <a:t>SEQUENCE DIAGRAM:</a:t>
            </a:r>
            <a:endParaRPr lang="en-IN" altLang="en-US" sz="2400">
              <a:solidFill>
                <a:schemeClr val="tx1"/>
              </a:solidFill>
              <a:latin typeface="Times New Roman" panose="02020603050405020304" pitchFamily="18" charset="0"/>
              <a:cs typeface="Times New Roman" panose="02020603050405020304" pitchFamily="18" charset="0"/>
            </a:endParaRPr>
          </a:p>
          <a:p>
            <a:pPr marL="0" indent="0">
              <a:buFont typeface="Wingdings" panose="05000000000000000000" charset="0"/>
              <a:buNone/>
            </a:pPr>
            <a:endParaRPr lang="en-IN" altLang="en-US" sz="2400">
              <a:solidFill>
                <a:schemeClr val="tx1"/>
              </a:solidFill>
              <a:latin typeface="Times New Roman" panose="02020603050405020304" pitchFamily="18" charset="0"/>
              <a:cs typeface="Times New Roman" panose="02020603050405020304" pitchFamily="18" charset="0"/>
            </a:endParaRPr>
          </a:p>
        </p:txBody>
      </p:sp>
      <p:pic>
        <p:nvPicPr>
          <p:cNvPr id="7" name="Picture 1" descr="IMG_256"/>
          <p:cNvPicPr>
            <a:picLocks noChangeAspect="1"/>
          </p:cNvPicPr>
          <p:nvPr>
            <p:custDataLst>
              <p:tags r:id="rId2"/>
            </p:custDataLst>
          </p:nvPr>
        </p:nvPicPr>
        <p:blipFill>
          <a:blip r:embed="rId3"/>
          <a:stretch>
            <a:fillRect/>
          </a:stretch>
        </p:blipFill>
        <p:spPr>
          <a:xfrm>
            <a:off x="3086100" y="1470660"/>
            <a:ext cx="6402705" cy="5247005"/>
          </a:xfrm>
          <a:prstGeom prst="rect">
            <a:avLst/>
          </a:prstGeom>
          <a:noFill/>
          <a:ln w="9525">
            <a:noFill/>
          </a:ln>
        </p:spPr>
      </p:pic>
      <p:sp>
        <p:nvSpPr>
          <p:cNvPr id="51" name="Title 49"/>
          <p:cNvSpPr>
            <a:spLocks noGrp="1"/>
          </p:cNvSpPr>
          <p:nvPr>
            <p:custDataLst>
              <p:tags r:id="rId4"/>
            </p:custDataLst>
          </p:nvPr>
        </p:nvSpPr>
        <p:spPr>
          <a:xfrm>
            <a:off x="838200" y="250825"/>
            <a:ext cx="10515600" cy="654685"/>
          </a:xfrm>
          <a:prstGeom prst="rect">
            <a:avLst/>
          </a:prstGeom>
        </p:spPr>
        <p:txBody>
          <a:bodyPr vert="horz" lIns="91440" tIns="45720" rIns="91440" bIns="45720" rtlCol="0" anchor="ctr">
            <a:normAutofit fontScale="90000"/>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UML DIAGRAMS</a:t>
            </a:r>
            <a:endParaRPr lang="en-US">
              <a:solidFill>
                <a:schemeClr val="dk1"/>
              </a:solidFill>
              <a:latin typeface="Algerian" panose="04020705040A02060702" pitchFamily="82" charset="0"/>
              <a:cs typeface="Algerian" panose="04020705040A02060702" pitchFamily="82" charset="0"/>
            </a:endParaRPr>
          </a:p>
        </p:txBody>
      </p:sp>
    </p:spTree>
    <p:custDataLst>
      <p:tags r:id="rId5"/>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Content Placeholder 5"/>
          <p:cNvPicPr>
            <a:picLocks noChangeAspect="1"/>
          </p:cNvPicPr>
          <p:nvPr>
            <p:custDataLst>
              <p:tags r:id="rId1"/>
            </p:custDataLst>
          </p:nvPr>
        </p:nvPicPr>
        <p:blipFill>
          <a:blip r:embed="rId2"/>
          <a:stretch>
            <a:fillRect/>
          </a:stretch>
        </p:blipFill>
        <p:spPr>
          <a:xfrm>
            <a:off x="838200" y="857885"/>
            <a:ext cx="10923905" cy="5733415"/>
          </a:xfrm>
          <a:prstGeom prst="rect">
            <a:avLst/>
          </a:prstGeom>
        </p:spPr>
      </p:pic>
      <p:sp>
        <p:nvSpPr>
          <p:cNvPr id="36" name="Title 34"/>
          <p:cNvSpPr>
            <a:spLocks noGrp="1"/>
          </p:cNvSpPr>
          <p:nvPr>
            <p:custDataLst>
              <p:tags r:id="rId3"/>
            </p:custDataLst>
          </p:nvPr>
        </p:nvSpPr>
        <p:spPr>
          <a:xfrm>
            <a:off x="838200" y="192405"/>
            <a:ext cx="10515600" cy="762635"/>
          </a:xfrm>
          <a:prstGeom prst="rect">
            <a:avLst/>
          </a:prstGeom>
        </p:spPr>
        <p:txBody>
          <a:bodyPr vert="horz" lIns="91440" tIns="45720" rIns="91440" bIns="45720" rtlCol="0" anchor="ctr">
            <a:normAutofit fontScale="90000"/>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rPr>
              <a:t> </a:t>
            </a:r>
            <a:r>
              <a:rPr lang="en-US">
                <a:solidFill>
                  <a:schemeClr val="dk1"/>
                </a:solidFill>
                <a:latin typeface="Algerian" panose="04020705040A02060702" pitchFamily="82" charset="0"/>
                <a:cs typeface="Algerian" panose="04020705040A02060702" pitchFamily="82" charset="0"/>
              </a:rPr>
              <a:t>SAMPLE CODE</a:t>
            </a:r>
            <a:endParaRPr lang="en-US">
              <a:solidFill>
                <a:schemeClr val="dk1"/>
              </a:solidFill>
              <a:latin typeface="Algerian" panose="04020705040A02060702" pitchFamily="82" charset="0"/>
              <a:cs typeface="Algerian" panose="04020705040A02060702" pitchFamily="82" charset="0"/>
            </a:endParaRPr>
          </a:p>
        </p:txBody>
      </p:sp>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7" name="Picture 6"/>
          <p:cNvPicPr>
            <a:picLocks noChangeAspect="1"/>
          </p:cNvPicPr>
          <p:nvPr>
            <p:custDataLst>
              <p:tags r:id="rId1"/>
            </p:custDataLst>
          </p:nvPr>
        </p:nvPicPr>
        <p:blipFill>
          <a:blip r:embed="rId2"/>
          <a:stretch>
            <a:fillRect/>
          </a:stretch>
        </p:blipFill>
        <p:spPr>
          <a:xfrm>
            <a:off x="778510" y="868680"/>
            <a:ext cx="9896475" cy="5768975"/>
          </a:xfrm>
          <a:prstGeom prst="rect">
            <a:avLst/>
          </a:prstGeom>
        </p:spPr>
      </p:pic>
      <p:sp>
        <p:nvSpPr>
          <p:cNvPr id="36" name="Title 34"/>
          <p:cNvSpPr>
            <a:spLocks noGrp="1"/>
          </p:cNvSpPr>
          <p:nvPr>
            <p:custDataLst>
              <p:tags r:id="rId3"/>
            </p:custDataLst>
          </p:nvPr>
        </p:nvSpPr>
        <p:spPr>
          <a:xfrm>
            <a:off x="838200" y="183515"/>
            <a:ext cx="10515600" cy="769620"/>
          </a:xfrm>
          <a:prstGeom prst="rect">
            <a:avLst/>
          </a:prstGeom>
        </p:spPr>
        <p:txBody>
          <a:bodyPr vert="horz" lIns="91440" tIns="45720" rIns="91440" bIns="45720" rtlCol="0" anchor="ctr">
            <a:normAutofit fontScale="90000"/>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rPr>
              <a:t> </a:t>
            </a:r>
            <a:r>
              <a:rPr lang="en-US">
                <a:solidFill>
                  <a:schemeClr val="dk1"/>
                </a:solidFill>
                <a:latin typeface="Algerian" panose="04020705040A02060702" pitchFamily="82" charset="0"/>
                <a:cs typeface="Algerian" panose="04020705040A02060702" pitchFamily="82" charset="0"/>
              </a:rPr>
              <a:t>SAMPLE CODE</a:t>
            </a:r>
            <a:endParaRPr lang="en-US">
              <a:solidFill>
                <a:schemeClr val="dk1"/>
              </a:solidFill>
              <a:latin typeface="Algerian" panose="04020705040A02060702" pitchFamily="82" charset="0"/>
              <a:cs typeface="Algerian" panose="04020705040A02060702" pitchFamily="82" charset="0"/>
            </a:endParaRPr>
          </a:p>
        </p:txBody>
      </p:sp>
    </p:spTree>
    <p:custDataLst>
      <p:tags r:id="rId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635" y="287655"/>
            <a:ext cx="12191365" cy="1047750"/>
          </a:xfrm>
          <a:prstGeom prst="rect">
            <a:avLst/>
          </a:prstGeom>
          <a:noFill/>
        </p:spPr>
        <p:txBody>
          <a:bodyPr wrap="square" rtlCol="0">
            <a:noAutofit/>
          </a:bodyPr>
          <a:p>
            <a:pPr algn="ctr"/>
            <a:r>
              <a:rPr lang="en-IN" altLang="en-US" sz="4000">
                <a:latin typeface="Algerian" panose="04020705040A02060702" pitchFamily="82" charset="0"/>
                <a:cs typeface="Algerian" panose="04020705040A02060702" pitchFamily="82" charset="0"/>
              </a:rPr>
              <a:t>RESULTS</a:t>
            </a:r>
            <a:endParaRPr lang="en-IN" altLang="en-US" sz="4000">
              <a:latin typeface="Algerian" panose="04020705040A02060702" pitchFamily="82" charset="0"/>
              <a:cs typeface="Algerian" panose="04020705040A02060702" pitchFamily="82" charset="0"/>
            </a:endParaRPr>
          </a:p>
        </p:txBody>
      </p:sp>
      <p:pic>
        <p:nvPicPr>
          <p:cNvPr id="11" name="Picture 11"/>
          <p:cNvPicPr>
            <a:picLocks noChangeAspect="1" noChangeArrowheads="1"/>
          </p:cNvPicPr>
          <p:nvPr/>
        </p:nvPicPr>
        <p:blipFill>
          <a:blip r:embed="rId1" cstate="print"/>
          <a:srcRect/>
          <a:stretch>
            <a:fillRect/>
          </a:stretch>
        </p:blipFill>
        <p:spPr>
          <a:xfrm>
            <a:off x="679450" y="1335405"/>
            <a:ext cx="11053445" cy="4933950"/>
          </a:xfrm>
          <a:prstGeom prst="rect">
            <a:avLst/>
          </a:prstGeom>
          <a:noFill/>
          <a:ln w="9525">
            <a:noFill/>
            <a:miter lim="800000"/>
            <a:headEnd/>
            <a:tailEnd/>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635" y="493395"/>
            <a:ext cx="12192635" cy="784225"/>
          </a:xfrm>
          <a:prstGeom prst="rect">
            <a:avLst/>
          </a:prstGeom>
          <a:noFill/>
        </p:spPr>
        <p:txBody>
          <a:bodyPr wrap="square" rtlCol="0">
            <a:noAutofit/>
          </a:bodyPr>
          <a:p>
            <a:pPr algn="ctr"/>
            <a:r>
              <a:rPr lang="en-IN" altLang="en-US" sz="4000">
                <a:latin typeface="Algerian" panose="04020705040A02060702" pitchFamily="82" charset="0"/>
                <a:cs typeface="Algerian" panose="04020705040A02060702" pitchFamily="82" charset="0"/>
              </a:rPr>
              <a:t>RESULTS</a:t>
            </a:r>
            <a:endParaRPr lang="en-IN" altLang="en-US" sz="4000">
              <a:latin typeface="Algerian" panose="04020705040A02060702" pitchFamily="82" charset="0"/>
              <a:cs typeface="Algerian" panose="04020705040A02060702" pitchFamily="82" charset="0"/>
            </a:endParaRPr>
          </a:p>
        </p:txBody>
      </p:sp>
      <p:pic>
        <p:nvPicPr>
          <p:cNvPr id="7" name="Picture 20"/>
          <p:cNvPicPr>
            <a:picLocks noChangeAspect="1" noChangeArrowheads="1"/>
          </p:cNvPicPr>
          <p:nvPr/>
        </p:nvPicPr>
        <p:blipFill>
          <a:blip r:embed="rId1" cstate="print"/>
          <a:srcRect/>
          <a:stretch>
            <a:fillRect/>
          </a:stretch>
        </p:blipFill>
        <p:spPr>
          <a:xfrm>
            <a:off x="393065" y="1278255"/>
            <a:ext cx="11370310" cy="5088255"/>
          </a:xfrm>
          <a:prstGeom prst="rect">
            <a:avLst/>
          </a:prstGeom>
          <a:noFill/>
          <a:ln w="9525">
            <a:noFill/>
            <a:miter lim="800000"/>
            <a:headEnd/>
            <a:tailEnd/>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0" y="437515"/>
            <a:ext cx="12191365" cy="763905"/>
          </a:xfrm>
          <a:prstGeom prst="rect">
            <a:avLst/>
          </a:prstGeom>
          <a:noFill/>
        </p:spPr>
        <p:txBody>
          <a:bodyPr wrap="square" rtlCol="0">
            <a:noAutofit/>
          </a:bodyPr>
          <a:p>
            <a:pPr algn="ctr"/>
            <a:r>
              <a:rPr lang="en-IN" altLang="en-US" sz="4000">
                <a:latin typeface="Algerian" panose="04020705040A02060702" pitchFamily="82" charset="0"/>
                <a:cs typeface="Algerian" panose="04020705040A02060702" pitchFamily="82" charset="0"/>
              </a:rPr>
              <a:t>RESULTS</a:t>
            </a:r>
            <a:endParaRPr lang="en-IN" altLang="en-US" sz="4000">
              <a:latin typeface="Algerian" panose="04020705040A02060702" pitchFamily="82" charset="0"/>
              <a:cs typeface="Algerian" panose="04020705040A02060702" pitchFamily="82" charset="0"/>
            </a:endParaRPr>
          </a:p>
        </p:txBody>
      </p:sp>
      <p:pic>
        <p:nvPicPr>
          <p:cNvPr id="26" name="Picture 26"/>
          <p:cNvPicPr>
            <a:picLocks noChangeAspect="1" noChangeArrowheads="1"/>
          </p:cNvPicPr>
          <p:nvPr/>
        </p:nvPicPr>
        <p:blipFill>
          <a:blip r:embed="rId1" cstate="print"/>
          <a:srcRect/>
          <a:stretch>
            <a:fillRect/>
          </a:stretch>
        </p:blipFill>
        <p:spPr>
          <a:xfrm>
            <a:off x="83185" y="1277620"/>
            <a:ext cx="12006580" cy="5203825"/>
          </a:xfrm>
          <a:prstGeom prst="rect">
            <a:avLst/>
          </a:prstGeom>
          <a:noFill/>
          <a:ln w="9525">
            <a:noFill/>
            <a:miter lim="800000"/>
            <a:headEnd/>
            <a:tailEnd/>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67958774" name="Picture 367958774"/>
          <p:cNvPicPr>
            <a:picLocks noChangeAspect="1" noChangeArrowheads="1"/>
          </p:cNvPicPr>
          <p:nvPr>
            <p:custDataLst>
              <p:tags r:id="rId1"/>
            </p:custDataLst>
          </p:nvPr>
        </p:nvPicPr>
        <p:blipFill>
          <a:blip r:embed="rId2" cstate="print"/>
          <a:srcRect/>
          <a:stretch>
            <a:fillRect/>
          </a:stretch>
        </p:blipFill>
        <p:spPr>
          <a:xfrm>
            <a:off x="838835" y="927100"/>
            <a:ext cx="10515600" cy="5250815"/>
          </a:xfrm>
          <a:prstGeom prst="rect">
            <a:avLst/>
          </a:prstGeom>
          <a:noFill/>
          <a:ln w="9525">
            <a:noFill/>
            <a:miter lim="800000"/>
            <a:headEnd/>
            <a:tailEnd/>
          </a:ln>
        </p:spPr>
      </p:pic>
      <p:sp>
        <p:nvSpPr>
          <p:cNvPr id="35" name="Title 33"/>
          <p:cNvSpPr>
            <a:spLocks noGrp="1"/>
          </p:cNvSpPr>
          <p:nvPr>
            <p:custDataLst>
              <p:tags r:id="rId3"/>
            </p:custDataLst>
          </p:nvPr>
        </p:nvSpPr>
        <p:spPr>
          <a:xfrm>
            <a:off x="838200" y="154940"/>
            <a:ext cx="10515600" cy="646430"/>
          </a:xfrm>
          <a:prstGeom prst="rect">
            <a:avLst/>
          </a:prstGeom>
        </p:spPr>
        <p:txBody>
          <a:bodyPr vert="horz" lIns="91440" tIns="45720" rIns="91440" bIns="45720" rtlCol="0" anchor="ctr">
            <a:normAutofit fontScale="70000"/>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rPr>
              <a:t> </a:t>
            </a:r>
            <a:r>
              <a:rPr lang="en-US">
                <a:solidFill>
                  <a:schemeClr val="dk1"/>
                </a:solidFill>
                <a:latin typeface="Algerian" panose="04020705040A02060702" pitchFamily="82" charset="0"/>
                <a:cs typeface="Algerian" panose="04020705040A02060702" pitchFamily="82" charset="0"/>
              </a:rPr>
              <a:t>RESULTS</a:t>
            </a:r>
            <a:endParaRPr lang="en-US">
              <a:solidFill>
                <a:schemeClr val="dk1"/>
              </a:solidFill>
              <a:latin typeface="Algerian" panose="04020705040A02060702" pitchFamily="82" charset="0"/>
              <a:cs typeface="Algerian" panose="04020705040A02060702" pitchFamily="82" charset="0"/>
            </a:endParaRPr>
          </a:p>
        </p:txBody>
      </p:sp>
    </p:spTree>
    <p:custDataLst>
      <p:tags r:id="rId4"/>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470582460" name="Picture 1470582460"/>
          <p:cNvPicPr>
            <a:picLocks noChangeAspect="1" noChangeArrowheads="1"/>
          </p:cNvPicPr>
          <p:nvPr>
            <p:custDataLst>
              <p:tags r:id="rId1"/>
            </p:custDataLst>
          </p:nvPr>
        </p:nvPicPr>
        <p:blipFill>
          <a:blip r:embed="rId2" cstate="print"/>
          <a:srcRect/>
          <a:stretch>
            <a:fillRect/>
          </a:stretch>
        </p:blipFill>
        <p:spPr>
          <a:xfrm>
            <a:off x="837565" y="1220470"/>
            <a:ext cx="10516235" cy="4956175"/>
          </a:xfrm>
          <a:prstGeom prst="rect">
            <a:avLst/>
          </a:prstGeom>
          <a:noFill/>
          <a:ln w="9525">
            <a:noFill/>
            <a:miter lim="800000"/>
            <a:headEnd/>
            <a:tailEnd/>
          </a:ln>
        </p:spPr>
      </p:pic>
      <p:sp>
        <p:nvSpPr>
          <p:cNvPr id="35" name="Title 33"/>
          <p:cNvSpPr>
            <a:spLocks noGrp="1"/>
          </p:cNvSpPr>
          <p:nvPr>
            <p:custDataLst>
              <p:tags r:id="rId3"/>
            </p:custDataLst>
          </p:nvPr>
        </p:nvSpPr>
        <p:spPr>
          <a:xfrm>
            <a:off x="838200" y="88265"/>
            <a:ext cx="10515600" cy="778510"/>
          </a:xfrm>
          <a:prstGeom prst="rect">
            <a:avLst/>
          </a:prstGeom>
        </p:spPr>
        <p:txBody>
          <a:bodyPr vert="horz" lIns="91440" tIns="45720" rIns="91440" bIns="45720" rtlCol="0" anchor="ctr">
            <a:normAutofit fontScale="90000"/>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rPr>
              <a:t> </a:t>
            </a:r>
            <a:r>
              <a:rPr lang="en-US">
                <a:solidFill>
                  <a:schemeClr val="dk1"/>
                </a:solidFill>
                <a:latin typeface="Algerian" panose="04020705040A02060702" pitchFamily="82" charset="0"/>
                <a:cs typeface="Algerian" panose="04020705040A02060702" pitchFamily="82" charset="0"/>
              </a:rPr>
              <a:t>RESULTS</a:t>
            </a:r>
            <a:endParaRPr lang="en-US">
              <a:solidFill>
                <a:schemeClr val="dk1"/>
              </a:solidFill>
              <a:latin typeface="Algerian" panose="04020705040A02060702" pitchFamily="82" charset="0"/>
              <a:cs typeface="Algerian" panose="04020705040A02060702" pitchFamily="82" charset="0"/>
            </a:endParaRPr>
          </a:p>
        </p:txBody>
      </p:sp>
    </p:spTree>
    <p:custDataLst>
      <p:tags r:id="rId4"/>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1" name="Picture 41"/>
          <p:cNvPicPr>
            <a:picLocks noChangeAspect="1" noChangeArrowheads="1"/>
          </p:cNvPicPr>
          <p:nvPr>
            <p:custDataLst>
              <p:tags r:id="rId1"/>
            </p:custDataLst>
          </p:nvPr>
        </p:nvPicPr>
        <p:blipFill>
          <a:blip r:embed="rId2" cstate="print"/>
          <a:srcRect/>
          <a:stretch>
            <a:fillRect/>
          </a:stretch>
        </p:blipFill>
        <p:spPr>
          <a:xfrm>
            <a:off x="837565" y="1261745"/>
            <a:ext cx="10515600" cy="4915535"/>
          </a:xfrm>
          <a:prstGeom prst="rect">
            <a:avLst/>
          </a:prstGeom>
          <a:noFill/>
          <a:ln w="9525">
            <a:noFill/>
            <a:miter lim="800000"/>
            <a:headEnd/>
            <a:tailEnd/>
          </a:ln>
        </p:spPr>
      </p:pic>
      <p:sp>
        <p:nvSpPr>
          <p:cNvPr id="35" name="Title 33"/>
          <p:cNvSpPr>
            <a:spLocks noGrp="1"/>
          </p:cNvSpPr>
          <p:nvPr>
            <p:custDataLst>
              <p:tags r:id="rId3"/>
            </p:custDataLst>
          </p:nvPr>
        </p:nvSpPr>
        <p:spPr>
          <a:xfrm>
            <a:off x="838200" y="212725"/>
            <a:ext cx="10515600" cy="741680"/>
          </a:xfrm>
          <a:prstGeom prst="rect">
            <a:avLst/>
          </a:prstGeom>
        </p:spPr>
        <p:txBody>
          <a:bodyPr vert="horz" lIns="91440" tIns="45720" rIns="91440" bIns="45720" rtlCol="0" anchor="ctr">
            <a:normAutofit fontScale="90000" lnSpcReduction="20000"/>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rPr>
              <a:t> </a:t>
            </a:r>
            <a:r>
              <a:rPr lang="en-US">
                <a:solidFill>
                  <a:schemeClr val="dk1"/>
                </a:solidFill>
                <a:latin typeface="Algerian" panose="04020705040A02060702" pitchFamily="82" charset="0"/>
                <a:cs typeface="Algerian" panose="04020705040A02060702" pitchFamily="82" charset="0"/>
              </a:rPr>
              <a:t>RESULTS</a:t>
            </a:r>
            <a:endParaRPr lang="en-US">
              <a:solidFill>
                <a:schemeClr val="dk1"/>
              </a:solidFill>
              <a:latin typeface="Algerian" panose="04020705040A02060702" pitchFamily="82" charset="0"/>
              <a:cs typeface="Algerian" panose="04020705040A02060702" pitchFamily="82" charset="0"/>
            </a:endParaRPr>
          </a:p>
        </p:txBody>
      </p:sp>
    </p:spTree>
    <p:custDataLst>
      <p:tags r:id="rId4"/>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Content Placeholder 2"/>
          <p:cNvSpPr>
            <a:spLocks noGrp="1"/>
          </p:cNvSpPr>
          <p:nvPr>
            <p:custDataLst>
              <p:tags r:id="rId1"/>
            </p:custDataLst>
          </p:nvPr>
        </p:nvSpPr>
        <p:spPr>
          <a:xfrm>
            <a:off x="838200" y="1155065"/>
            <a:ext cx="10515600" cy="5022215"/>
          </a:xfrm>
          <a:prstGeom prst="rect">
            <a:avLst/>
          </a:prstGeom>
        </p:spPr>
        <p:txBody>
          <a:bodyPr vert="horz" wrap="square" lIns="91440" tIns="45720" rIns="91440" bIns="45720" rtlCol="0">
            <a:normAutofit fontScale="9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30000"/>
              </a:lnSpc>
              <a:spcBef>
                <a:spcPts val="1200"/>
              </a:spcBef>
              <a:buFont typeface="Arial" panose="020B0604020202020204" pitchFamily="34" charset="0"/>
              <a:buChar char="●"/>
            </a:pPr>
            <a:r>
              <a:rPr lang="en-US" sz="2400">
                <a:ln>
                  <a:noFill/>
                  <a:prstDash val="sysDot"/>
                </a:ln>
                <a:solidFill>
                  <a:schemeClr val="tx1">
                    <a:lumMod val="75000"/>
                    <a:lumOff val="25000"/>
                  </a:schemeClr>
                </a:solidFill>
                <a:latin typeface="Times New Roman" panose="02020603050405020304" pitchFamily="18" charset="0"/>
                <a:cs typeface="Times New Roman" panose="02020603050405020304" pitchFamily="18" charset="0"/>
                <a:sym typeface="+mn-ea"/>
              </a:rPr>
              <a:t>The project provides an automated, low-cost, and user-friendly solution for early plant disease diagnosis using Convolutional Neural Networks (CNNs) and a cloud-based platform. It enables real-time disease identification and offers pesticide recommendations, making it accessible for farmers.</a:t>
            </a:r>
            <a:endParaRPr lang="en-US" sz="2400" noProof="1">
              <a:ln>
                <a:noFill/>
                <a:prstDash val="sysDot"/>
              </a:ln>
              <a:solidFill>
                <a:schemeClr val="tx1">
                  <a:lumMod val="75000"/>
                  <a:lumOff val="25000"/>
                </a:schemeClr>
              </a:solidFill>
              <a:sym typeface="+mn-ea"/>
            </a:endParaRPr>
          </a:p>
          <a:p>
            <a:pPr>
              <a:lnSpc>
                <a:spcPct val="130000"/>
              </a:lnSpc>
              <a:spcBef>
                <a:spcPts val="1200"/>
              </a:spcBef>
              <a:buFont typeface="Arial" panose="020B0604020202020204" pitchFamily="34" charset="0"/>
              <a:buChar char="●"/>
            </a:pPr>
            <a:endParaRPr lang="en-US" sz="2400" noProof="1">
              <a:ln>
                <a:noFill/>
                <a:prstDash val="sysDot"/>
              </a:ln>
              <a:solidFill>
                <a:schemeClr val="tx1">
                  <a:lumMod val="75000"/>
                  <a:lumOff val="25000"/>
                </a:schemeClr>
              </a:solidFill>
              <a:sym typeface="+mn-ea"/>
            </a:endParaRPr>
          </a:p>
          <a:p>
            <a:pPr>
              <a:lnSpc>
                <a:spcPct val="130000"/>
              </a:lnSpc>
              <a:spcBef>
                <a:spcPts val="1200"/>
              </a:spcBef>
              <a:buFont typeface="Arial" panose="020B0604020202020204" pitchFamily="34" charset="0"/>
              <a:buChar char="●"/>
            </a:pPr>
            <a:r>
              <a:rPr lang="en-US" sz="2400">
                <a:ln>
                  <a:noFill/>
                  <a:prstDash val="sysDot"/>
                </a:ln>
                <a:solidFill>
                  <a:schemeClr val="tx1">
                    <a:lumMod val="75000"/>
                    <a:lumOff val="25000"/>
                  </a:schemeClr>
                </a:solidFill>
                <a:latin typeface="Times New Roman" panose="02020603050405020304" pitchFamily="18" charset="0"/>
                <a:cs typeface="Times New Roman" panose="02020603050405020304" pitchFamily="18" charset="0"/>
                <a:sym typeface="+mn-ea"/>
              </a:rPr>
              <a:t>The system improves accuracy through user-submitted images and expert feedback, and it generates disease density maps for effective outbreak monitoring. This approach addresses the urgent need for timely disease management, aiming to enhance crop yields and reduce pesticide misuse, making it a valuable resource for sustainable farming.</a:t>
            </a:r>
            <a:endParaRPr lang="en-US" sz="2400" noProof="1">
              <a:ln>
                <a:noFill/>
                <a:prstDash val="sysDot"/>
              </a:ln>
              <a:solidFill>
                <a:schemeClr val="tx1">
                  <a:lumMod val="75000"/>
                  <a:lumOff val="25000"/>
                </a:schemeClr>
              </a:solidFill>
              <a:latin typeface="Times New Roman" panose="02020603050405020304" pitchFamily="18" charset="0"/>
              <a:cs typeface="Times New Roman" panose="02020603050405020304" pitchFamily="18" charset="0"/>
              <a:sym typeface="+mn-ea"/>
            </a:endParaRPr>
          </a:p>
          <a:p>
            <a:pPr>
              <a:lnSpc>
                <a:spcPct val="110000"/>
              </a:lnSpc>
            </a:pPr>
            <a:endParaRPr lang="en-US" sz="2400">
              <a:solidFill>
                <a:schemeClr val="tx1"/>
              </a:solidFill>
              <a:latin typeface="Times New Roman" panose="02020603050405020304" pitchFamily="18" charset="0"/>
              <a:cs typeface="Times New Roman" panose="02020603050405020304" pitchFamily="18" charset="0"/>
            </a:endParaRPr>
          </a:p>
        </p:txBody>
      </p:sp>
      <p:sp>
        <p:nvSpPr>
          <p:cNvPr id="50" name="Title 48"/>
          <p:cNvSpPr>
            <a:spLocks noGrp="1"/>
          </p:cNvSpPr>
          <p:nvPr>
            <p:custDataLst>
              <p:tags r:id="rId2"/>
            </p:custDataLst>
          </p:nvPr>
        </p:nvSpPr>
        <p:spPr>
          <a:xfrm>
            <a:off x="838200" y="231140"/>
            <a:ext cx="10515600" cy="856615"/>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CO</a:t>
            </a:r>
            <a:r>
              <a:rPr lang="en-IN" altLang="en-US">
                <a:solidFill>
                  <a:schemeClr val="dk1"/>
                </a:solidFill>
                <a:latin typeface="Algerian" panose="04020705040A02060702" pitchFamily="82" charset="0"/>
                <a:cs typeface="Algerian" panose="04020705040A02060702" pitchFamily="82" charset="0"/>
              </a:rPr>
              <a:t>NCLUSION</a:t>
            </a:r>
            <a:endParaRPr lang="en-US">
              <a:solidFill>
                <a:schemeClr val="dk1"/>
              </a:solidFill>
              <a:latin typeface="Algerian" panose="04020705040A02060702" pitchFamily="82" charset="0"/>
              <a:cs typeface="Algerian" panose="04020705040A02060702" pitchFamily="82" charset="0"/>
            </a:endParaRPr>
          </a:p>
        </p:txBody>
      </p:sp>
    </p:spTree>
    <p:custDataLst>
      <p:tags r:id="rId3"/>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 name="Content Placeholder 2"/>
          <p:cNvSpPr>
            <a:spLocks noGrp="1"/>
          </p:cNvSpPr>
          <p:nvPr>
            <p:custDataLst>
              <p:tags r:id="rId1"/>
            </p:custDataLst>
          </p:nvPr>
        </p:nvSpPr>
        <p:spPr>
          <a:xfrm>
            <a:off x="838200" y="1366520"/>
            <a:ext cx="10515600" cy="4810760"/>
          </a:xfrm>
          <a:prstGeom prst="rect">
            <a:avLst/>
          </a:prstGeom>
        </p:spPr>
        <p:txBody>
          <a:bodyPr vert="horz" wrap="square" lIns="91440" tIns="45720" rIns="91440" bIns="45720" rtlCol="0">
            <a:normAutofit fontScale="8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IN" sz="2400" b="1" dirty="0">
                <a:latin typeface="Times New Roman" panose="02020603050405020304" pitchFamily="18" charset="0"/>
                <a:cs typeface="Times New Roman" panose="02020603050405020304" pitchFamily="18" charset="0"/>
                <a:sym typeface="+mn-ea"/>
              </a:rPr>
              <a:t> Incorporating Environmental Factors</a:t>
            </a:r>
            <a:endParaRPr lang="en-IN" sz="2400" b="1"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2400" dirty="0">
                <a:latin typeface="Times New Roman" panose="02020603050405020304" pitchFamily="18" charset="0"/>
                <a:cs typeface="Times New Roman" panose="02020603050405020304" pitchFamily="18" charset="0"/>
                <a:sym typeface="+mn-ea"/>
              </a:rPr>
              <a:t>Improve accuracy by including soil conditions, temperature, humidity, and rainfall.</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sym typeface="+mn-ea"/>
              </a:rPr>
              <a:t> User Input Feature</a:t>
            </a:r>
            <a:endParaRPr lang="en-IN" sz="2400" b="1"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2400" dirty="0">
                <a:latin typeface="Times New Roman" panose="02020603050405020304" pitchFamily="18" charset="0"/>
                <a:cs typeface="Times New Roman" panose="02020603050405020304" pitchFamily="18" charset="0"/>
                <a:sym typeface="+mn-ea"/>
              </a:rPr>
              <a:t>Allow farmers to input soil conditions and past pesticide applications for better diagnosis.</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sym typeface="+mn-ea"/>
              </a:rPr>
              <a:t>Predictive Analytics Module</a:t>
            </a:r>
            <a:endParaRPr lang="en-IN" sz="2400" b="1"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2400" dirty="0">
                <a:latin typeface="Times New Roman" panose="02020603050405020304" pitchFamily="18" charset="0"/>
                <a:cs typeface="Times New Roman" panose="02020603050405020304" pitchFamily="18" charset="0"/>
                <a:sym typeface="+mn-ea"/>
              </a:rPr>
              <a:t>Alert users about potential outbreaks using environmental and geolocation data.</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sym typeface="+mn-ea"/>
              </a:rPr>
              <a:t> Self-Learning AI Model</a:t>
            </a:r>
            <a:endParaRPr lang="en-IN" sz="2400" b="1"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2400" dirty="0">
                <a:latin typeface="Times New Roman" panose="02020603050405020304" pitchFamily="18" charset="0"/>
                <a:cs typeface="Times New Roman" panose="02020603050405020304" pitchFamily="18" charset="0"/>
                <a:sym typeface="+mn-ea"/>
              </a:rPr>
              <a:t>Minimize expert intervention by continuously updating the AI model for self-learning.</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sym typeface="+mn-ea"/>
              </a:rPr>
              <a:t> Handling New Plant Diseases</a:t>
            </a:r>
            <a:endParaRPr lang="en-IN" sz="2400" b="1"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2400" dirty="0">
                <a:latin typeface="Times New Roman" panose="02020603050405020304" pitchFamily="18" charset="0"/>
                <a:cs typeface="Times New Roman" panose="02020603050405020304" pitchFamily="18" charset="0"/>
                <a:sym typeface="+mn-ea"/>
              </a:rPr>
              <a:t>Continuously update the training dataset to manage newly discovered diseases.</a:t>
            </a:r>
            <a:endParaRPr lang="en-IN" sz="2400" dirty="0">
              <a:latin typeface="Times New Roman" panose="02020603050405020304" pitchFamily="18" charset="0"/>
              <a:cs typeface="Times New Roman" panose="02020603050405020304" pitchFamily="18" charset="0"/>
            </a:endParaRPr>
          </a:p>
          <a:p>
            <a:pPr marL="0" indent="0">
              <a:buNone/>
            </a:pPr>
            <a:r>
              <a:rPr lang="en-IN" sz="2400" b="1" dirty="0">
                <a:latin typeface="Times New Roman" panose="02020603050405020304" pitchFamily="18" charset="0"/>
                <a:cs typeface="Times New Roman" panose="02020603050405020304" pitchFamily="18" charset="0"/>
                <a:sym typeface="+mn-ea"/>
              </a:rPr>
              <a:t> Automated Monitoring Systems</a:t>
            </a:r>
            <a:endParaRPr lang="en-IN" sz="2400" b="1" dirty="0">
              <a:latin typeface="Times New Roman" panose="02020603050405020304" pitchFamily="18" charset="0"/>
              <a:cs typeface="Times New Roman" panose="02020603050405020304" pitchFamily="18" charset="0"/>
            </a:endParaRPr>
          </a:p>
          <a:p>
            <a:pPr>
              <a:buFont typeface="Wingdings" panose="05000000000000000000" charset="0"/>
              <a:buChar char="Ø"/>
            </a:pPr>
            <a:r>
              <a:rPr lang="en-IN" sz="2400" dirty="0">
                <a:latin typeface="Times New Roman" panose="02020603050405020304" pitchFamily="18" charset="0"/>
                <a:cs typeface="Times New Roman" panose="02020603050405020304" pitchFamily="18" charset="0"/>
                <a:sym typeface="+mn-ea"/>
              </a:rPr>
              <a:t>Use time-based infection density maps to facilitate real-time disease management.</a:t>
            </a:r>
            <a:r>
              <a:rPr lang="en-US" sz="2400" dirty="0">
                <a:latin typeface="Times New Roman" panose="02020603050405020304" pitchFamily="18" charset="0"/>
                <a:cs typeface="Times New Roman" panose="02020603050405020304" pitchFamily="18" charset="0"/>
                <a:sym typeface="+mn-ea"/>
              </a:rPr>
              <a:t>​</a:t>
            </a:r>
            <a:endParaRPr lang="en-US" sz="24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charset="0"/>
              <a:buChar char="Ø"/>
            </a:pPr>
            <a:endParaRPr lang="en-US" sz="2400">
              <a:solidFill>
                <a:schemeClr val="tx1"/>
              </a:solidFill>
              <a:latin typeface="Times New Roman" panose="02020603050405020304" pitchFamily="18" charset="0"/>
              <a:cs typeface="Times New Roman" panose="02020603050405020304" pitchFamily="18" charset="0"/>
            </a:endParaRPr>
          </a:p>
        </p:txBody>
      </p:sp>
      <p:sp>
        <p:nvSpPr>
          <p:cNvPr id="50" name="Title 48"/>
          <p:cNvSpPr>
            <a:spLocks noGrp="1"/>
          </p:cNvSpPr>
          <p:nvPr>
            <p:custDataLst>
              <p:tags r:id="rId2"/>
            </p:custDataLst>
          </p:nvPr>
        </p:nvSpPr>
        <p:spPr>
          <a:xfrm>
            <a:off x="838200" y="212090"/>
            <a:ext cx="10515600" cy="933450"/>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rPr>
              <a:t> </a:t>
            </a:r>
            <a:r>
              <a:rPr lang="en-US">
                <a:solidFill>
                  <a:schemeClr val="dk1"/>
                </a:solidFill>
                <a:latin typeface="Algerian" panose="04020705040A02060702" pitchFamily="82" charset="0"/>
                <a:cs typeface="Algerian" panose="04020705040A02060702" pitchFamily="82" charset="0"/>
              </a:rPr>
              <a:t>FUTURE SCOPE</a:t>
            </a:r>
            <a:endParaRPr lang="en-US">
              <a:solidFill>
                <a:schemeClr val="dk1"/>
              </a:solidFill>
              <a:latin typeface="Algerian" panose="04020705040A02060702" pitchFamily="82" charset="0"/>
              <a:cs typeface="Algerian" panose="04020705040A02060702" pitchFamily="82" charset="0"/>
            </a:endParaRPr>
          </a:p>
        </p:txBody>
      </p:sp>
    </p:spTree>
    <p:custDataLst>
      <p:tags r:id="rId3"/>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A screenshot of a text&#10;&#10;Description automatically generated"/>
          <p:cNvPicPr>
            <a:picLocks noChangeAspect="1"/>
          </p:cNvPicPr>
          <p:nvPr>
            <p:custDataLst>
              <p:tags r:id="rId1"/>
            </p:custDataLst>
          </p:nvPr>
        </p:nvPicPr>
        <p:blipFill>
          <a:blip r:embed="rId2"/>
          <a:stretch>
            <a:fillRect/>
          </a:stretch>
        </p:blipFill>
        <p:spPr>
          <a:xfrm>
            <a:off x="838835" y="1116330"/>
            <a:ext cx="10514965" cy="5295900"/>
          </a:xfrm>
          <a:prstGeom prst="rect">
            <a:avLst/>
          </a:prstGeom>
          <a:noFill/>
        </p:spPr>
      </p:pic>
      <p:sp>
        <p:nvSpPr>
          <p:cNvPr id="36" name="Title 34"/>
          <p:cNvSpPr>
            <a:spLocks noGrp="1"/>
          </p:cNvSpPr>
          <p:nvPr>
            <p:custDataLst>
              <p:tags r:id="rId3"/>
            </p:custDataLst>
          </p:nvPr>
        </p:nvSpPr>
        <p:spPr>
          <a:xfrm>
            <a:off x="838200" y="231140"/>
            <a:ext cx="10515600" cy="780415"/>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REFERENCES</a:t>
            </a:r>
            <a:endParaRPr lang="en-US">
              <a:solidFill>
                <a:schemeClr val="dk1"/>
              </a:solidFill>
              <a:latin typeface="Algerian" panose="04020705040A02060702" pitchFamily="82" charset="0"/>
              <a:cs typeface="Algerian" panose="04020705040A02060702" pitchFamily="82" charset="0"/>
            </a:endParaRPr>
          </a:p>
        </p:txBody>
      </p:sp>
    </p:spTree>
    <p:custDataLst>
      <p:tags r:id="rId4"/>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 name="Content Placeholder 2"/>
          <p:cNvSpPr>
            <a:spLocks noGrp="1"/>
          </p:cNvSpPr>
          <p:nvPr>
            <p:custDataLst>
              <p:tags r:id="rId1"/>
            </p:custDataLst>
          </p:nvPr>
        </p:nvSpPr>
        <p:spPr>
          <a:xfrm>
            <a:off x="838200" y="1825625"/>
            <a:ext cx="10515600" cy="4351338"/>
          </a:xfrm>
          <a:prstGeom prst="rect">
            <a:avLst/>
          </a:prstGeom>
        </p:spPr>
        <p:txBody>
          <a:bodyPr vert="horz" wrap="square"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solidFill>
                  <a:schemeClr val="accent1"/>
                </a:solidFill>
                <a:latin typeface="Times New Roman" panose="02020603050405020304" pitchFamily="18" charset="0"/>
                <a:cs typeface="Times New Roman" panose="02020603050405020304" pitchFamily="18" charset="0"/>
              </a:rPr>
              <a:t>https://github.com/Sachin0535m/PLANT-DISEASE-IDENTIFICATION</a:t>
            </a:r>
            <a:endParaRPr lang="en-US">
              <a:solidFill>
                <a:schemeClr val="accent1"/>
              </a:solidFill>
              <a:latin typeface="Times New Roman" panose="02020603050405020304" pitchFamily="18" charset="0"/>
              <a:cs typeface="Times New Roman" panose="02020603050405020304" pitchFamily="18" charset="0"/>
            </a:endParaRPr>
          </a:p>
        </p:txBody>
      </p:sp>
      <p:sp>
        <p:nvSpPr>
          <p:cNvPr id="44" name="Title 42"/>
          <p:cNvSpPr>
            <a:spLocks noGrp="1"/>
          </p:cNvSpPr>
          <p:nvPr>
            <p:custDataLst>
              <p:tags r:id="rId2"/>
            </p:custDataLst>
          </p:nvPr>
        </p:nvSpPr>
        <p:spPr>
          <a:xfrm>
            <a:off x="838200" y="365125"/>
            <a:ext cx="10515600" cy="1325563"/>
          </a:xfrm>
          <a:prstGeom prst="rect">
            <a:avLst/>
          </a:prstGeom>
        </p:spPr>
        <p:txBody>
          <a:bodyPr vert="horz" lIns="91440" tIns="45720" rIns="91440" bIns="45720" rtlCol="0" anchor="ctr">
            <a:normAutofit/>
          </a:bodyPr>
          <a:lstStyle>
            <a:lvl1pPr marL="0" marR="0" algn="ctr" defTabSz="914400" rtl="0" eaLnBrk="1" fontAlgn="auto" latinLnBrk="0" hangingPunct="1">
              <a:lnSpc>
                <a:spcPct val="90000"/>
              </a:lnSpc>
              <a:spcBef>
                <a:spcPct val="0"/>
              </a:spcBef>
              <a:buClrTx/>
              <a:buSzTx/>
              <a:buFontTx/>
              <a:buNone/>
              <a:defRPr kumimoji="0" lang="en-US" sz="4000" b="0" i="0" u="none" strike="noStrike" kern="1200" cap="none" spc="0" normalizeH="0" baseline="0" noProof="1" dirty="0">
                <a:solidFill>
                  <a:srgbClr val="000000"/>
                </a:solidFill>
                <a:latin typeface="+mj-lt"/>
                <a:ea typeface="+mj-ea"/>
                <a:cs typeface="+mj-cs"/>
                <a:sym typeface="+mn-ea"/>
              </a:defRPr>
            </a:lvl1pPr>
          </a:lstStyle>
          <a:p>
            <a:r>
              <a:rPr lang="en-US">
                <a:solidFill>
                  <a:schemeClr val="dk1"/>
                </a:solidFill>
                <a:latin typeface="Algerian" panose="04020705040A02060702" pitchFamily="82" charset="0"/>
                <a:cs typeface="Algerian" panose="04020705040A02060702" pitchFamily="82" charset="0"/>
              </a:rPr>
              <a:t>Github Link</a:t>
            </a:r>
            <a:endParaRPr lang="en-US">
              <a:solidFill>
                <a:schemeClr val="dk1"/>
              </a:solidFill>
              <a:latin typeface="Algerian" panose="04020705040A02060702" pitchFamily="82" charset="0"/>
              <a:cs typeface="Algerian" panose="04020705040A02060702" pitchFamily="82" charset="0"/>
            </a:endParaRPr>
          </a:p>
        </p:txBody>
      </p:sp>
    </p:spTree>
    <p:custDataLst>
      <p:tags r:id="rId3"/>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 name="Title 1"/>
          <p:cNvSpPr>
            <a:spLocks noGrp="1"/>
          </p:cNvSpPr>
          <p:nvPr>
            <p:custDataLst>
              <p:tags r:id="rId1"/>
            </p:custDataLst>
          </p:nvPr>
        </p:nvSpPr>
        <p:spPr>
          <a:xfrm rot="10800000" flipV="1">
            <a:off x="5540375" y="4737100"/>
            <a:ext cx="6024245" cy="1143635"/>
          </a:xfrm>
          <a:prstGeom prst="rect">
            <a:avLst/>
          </a:prstGeom>
        </p:spPr>
        <p:txBody>
          <a:bodyPr vert="horz" lIns="91440" tIns="45720" rIns="91440" bIns="45720" rtlCol="0" anchor="ctr">
            <a:normAutofit fontScale="9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r"/>
            <a:r>
              <a:rPr lang="en-IN" altLang="en-US">
                <a:solidFill>
                  <a:schemeClr val="tx1"/>
                </a:solidFill>
                <a:latin typeface="Algerian" panose="04020705040A02060702" pitchFamily="82" charset="0"/>
                <a:cs typeface="Algerian" panose="04020705040A02060702" pitchFamily="82" charset="0"/>
              </a:rPr>
              <a:t>BATCH NO : 3</a:t>
            </a:r>
            <a:br>
              <a:rPr lang="en-IN" altLang="en-US">
                <a:solidFill>
                  <a:schemeClr val="tx1"/>
                </a:solidFill>
                <a:latin typeface="+mn-lt"/>
                <a:cs typeface="Algerian" panose="04020705040A02060702" pitchFamily="82" charset="0"/>
              </a:rPr>
            </a:br>
            <a:r>
              <a:rPr lang="en-IN" altLang="en-US">
                <a:solidFill>
                  <a:schemeClr val="tx1"/>
                </a:solidFill>
                <a:latin typeface="Algerian" panose="04020705040A02060702" pitchFamily="82" charset="0"/>
                <a:cs typeface="Algerian" panose="04020705040A02060702" pitchFamily="82" charset="0"/>
              </a:rPr>
              <a:t>CSE - A</a:t>
            </a:r>
            <a:endParaRPr lang="en-IN" altLang="en-US">
              <a:solidFill>
                <a:schemeClr val="tx1"/>
              </a:solidFill>
              <a:latin typeface="Algerian" panose="04020705040A02060702" pitchFamily="82" charset="0"/>
              <a:cs typeface="Algerian" panose="04020705040A02060702" pitchFamily="82" charset="0"/>
            </a:endParaRPr>
          </a:p>
        </p:txBody>
      </p:sp>
      <p:sp>
        <p:nvSpPr>
          <p:cNvPr id="65" name="Freeform 4"/>
          <p:cNvSpPr/>
          <p:nvPr>
            <p:custDataLst>
              <p:tags r:id="rId2"/>
            </p:custDataLst>
          </p:nvPr>
        </p:nvSpPr>
        <p:spPr>
          <a:xfrm>
            <a:off x="3870960" y="74295"/>
            <a:ext cx="3597275" cy="3964305"/>
          </a:xfrm>
          <a:custGeom>
            <a:avLst/>
            <a:gdLst/>
            <a:ahLst/>
            <a:cxnLst/>
            <a:rect l="l" t="t" r="r" b="b"/>
            <a:pathLst>
              <a:path w="7607339" h="7607339">
                <a:moveTo>
                  <a:pt x="0" y="0"/>
                </a:moveTo>
                <a:lnTo>
                  <a:pt x="7607339" y="0"/>
                </a:lnTo>
                <a:lnTo>
                  <a:pt x="7607339" y="7607340"/>
                </a:lnTo>
                <a:lnTo>
                  <a:pt x="0" y="7607340"/>
                </a:lnTo>
                <a:lnTo>
                  <a:pt x="0" y="0"/>
                </a:lnTo>
                <a:close/>
              </a:path>
            </a:pathLst>
          </a:custGeom>
          <a:blipFill>
            <a:blip r:embed="rId3"/>
            <a:stretch>
              <a:fillRect/>
            </a:stretch>
          </a:blipFill>
        </p:spPr>
        <p:txBody>
          <a:bodyPr/>
          <a:p>
            <a:endParaRPr lang="en-IN"/>
          </a:p>
        </p:txBody>
      </p:sp>
      <p:sp>
        <p:nvSpPr>
          <p:cNvPr id="62" name="文本占位符 1"/>
          <p:cNvSpPr>
            <a:spLocks noGrp="1"/>
          </p:cNvSpPr>
          <p:nvPr>
            <p:ph type="body" idx="5"/>
            <p:custDataLst>
              <p:tags r:id="rId4"/>
            </p:custDataLst>
          </p:nvPr>
        </p:nvSpPr>
        <p:spPr>
          <a:xfrm>
            <a:off x="1198245" y="4207510"/>
            <a:ext cx="5168205" cy="432435"/>
          </a:xfrm>
        </p:spPr>
        <p:txBody>
          <a:bodyPr/>
          <a:lstStyle/>
          <a:p>
            <a:r>
              <a:rPr lang="en-US"/>
              <a:t>Name</a:t>
            </a:r>
            <a:endParaRPr lang="en-US"/>
          </a:p>
        </p:txBody>
      </p:sp>
      <p:sp>
        <p:nvSpPr>
          <p:cNvPr id="63" name="标题 3"/>
          <p:cNvSpPr>
            <a:spLocks noGrp="1"/>
          </p:cNvSpPr>
          <p:nvPr>
            <p:ph type="title" idx="4"/>
            <p:custDataLst>
              <p:tags r:id="rId5"/>
            </p:custDataLst>
          </p:nvPr>
        </p:nvSpPr>
        <p:spPr>
          <a:xfrm>
            <a:off x="1198245" y="3840480"/>
            <a:ext cx="5226685" cy="1688465"/>
          </a:xfrm>
        </p:spPr>
        <p:txBody>
          <a:bodyPr>
            <a:normAutofit/>
          </a:bodyPr>
          <a:lstStyle/>
          <a:p>
            <a:pPr marL="0" indent="0" algn="l">
              <a:lnSpc>
                <a:spcPct val="100000"/>
              </a:lnSpc>
              <a:spcBef>
                <a:spcPts val="0"/>
              </a:spcBef>
              <a:spcAft>
                <a:spcPts val="0"/>
              </a:spcAft>
              <a:buSzPct val="100000"/>
            </a:pPr>
            <a:r>
              <a:rPr lang="en-IN" altLang="en-US" sz="7200">
                <a:latin typeface="Algerian" panose="04020705040A02060702" pitchFamily="82" charset="0"/>
                <a:cs typeface="Algerian" panose="04020705040A02060702" pitchFamily="82" charset="0"/>
              </a:rPr>
              <a:t>THANK YOU</a:t>
            </a:r>
            <a:endParaRPr lang="en-IN" altLang="en-US" sz="7200">
              <a:latin typeface="Algerian" panose="04020705040A02060702" pitchFamily="82" charset="0"/>
              <a:cs typeface="Algerian" panose="04020705040A02060702" pitchFamily="82" charset="0"/>
            </a:endParaRPr>
          </a:p>
        </p:txBody>
      </p:sp>
    </p:spTree>
    <p:custDataLst>
      <p:tags r:id="rId6"/>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i*1"/>
  <p:tag name="KSO_WM_UNIT_LAYERLEVEL" val="1"/>
  <p:tag name="KSO_WM_TAG_VERSION" val="3.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i*2"/>
  <p:tag name="KSO_WM_UNIT_LAYERLEVEL" val="1"/>
  <p:tag name="KSO_WM_TAG_VERSION" val="3.0"/>
  <p:tag name="KSO_WM_BEAUTIFY_FLAG" val="#wm#"/>
</p:tagLst>
</file>

<file path=ppt/tags/tag3.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12"/>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i*3"/>
  <p:tag name="KSO_WM_UNIT_LAYERLEVEL" val="1"/>
  <p:tag name="KSO_WM_TAG_VERSION" val="3.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5"/>
  <p:tag name="KSO_WM_UNIT_ID" val="_1*i*5"/>
  <p:tag name="KSO_WM_UNIT_LAYERLEVEL" val="1"/>
  <p:tag name="KSO_WM_TAG_VERSION" val="3.0"/>
  <p:tag name="KSO_WM_BEAUTIFY_FLAG" val="#wm#"/>
</p:tagLst>
</file>

<file path=ppt/tags/tag5.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12"/>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4"/>
  <p:tag name="KSO_WM_UNIT_ID" val="_1*i*4"/>
  <p:tag name="KSO_WM_UNIT_LAYERLEVEL" val="1"/>
  <p:tag name="KSO_WM_TAG_VERSION" val="3.0"/>
  <p:tag name="KSO_WM_BEAUTIFY_FLAG" val="#wm#"/>
</p:tagLst>
</file>

<file path=ppt/tags/tag6.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f*1"/>
  <p:tag name="KSO_WM_UNIT_LAYERLEVEL" val="1"/>
  <p:tag name="KSO_WM_TAG_VERSION" val="3.0"/>
  <p:tag name="KSO_WM_BEAUTIFY_FLAG" val="#wm#"/>
</p:tagLst>
</file>

<file path=ppt/tags/tag7.xml><?xml version="1.0" encoding="utf-8"?>
<p:tagLst xmlns:p="http://schemas.openxmlformats.org/presentationml/2006/main">
  <p:tag name="KSO_WM_UNIT_ISCONTENTSTITLE" val="0"/>
  <p:tag name="KSO_WM_UNIT_ISNUMDGMTITLE" val="0"/>
  <p:tag name="KSO_WM_UNIT_PRESET_TEXT" val="单击添加文档标题内容"/>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a*1"/>
  <p:tag name="KSO_WM_UNIT_LAYERLEVEL" val="1"/>
  <p:tag name="KSO_WM_TAG_VERSION" val="3.0"/>
  <p:tag name="KSO_WM_BEAUTIFY_FLAG" val="#wm#"/>
</p:tagLst>
</file>

<file path=ppt/tags/tag8.xml><?xml version="1.0" encoding="utf-8"?>
<p:tagLst xmlns:p="http://schemas.openxmlformats.org/presentationml/2006/main">
  <p:tag name="KSO_WM_UNIT_TEXT_FILL_FORE_SCHEMECOLOR_INDEX_1_BRIGHTNESS" val="0"/>
  <p:tag name="KSO_WM_UNIT_TEXT_FILL_FORE_SCHEMECOLOR_INDEX_1" val="5"/>
  <p:tag name="KSO_WM_UNIT_TEXT_FILL_FORE_SCHEMECOLOR_INDEX_1_POS" val="0"/>
  <p:tag name="KSO_WM_UNIT_TEXT_FILL_FORE_SCHEMECOLOR_INDEX_1_TRANS" val="0"/>
  <p:tag name="KSO_WM_UNIT_TEXT_FILL_FORE_SCHEMECOLOR_INDEX_2_BRIGHTNESS" val="0"/>
  <p:tag name="KSO_WM_UNIT_TEXT_FILL_FORE_SCHEMECOLOR_INDEX_2" val="9"/>
  <p:tag name="KSO_WM_UNIT_TEXT_FILL_FORE_SCHEMECOLOR_INDEX_2_POS" val="0.532"/>
  <p:tag name="KSO_WM_UNIT_TEXT_FILL_FORE_SCHEMECOLOR_INDEX_2_TRANS" val="0"/>
  <p:tag name="KSO_WM_UNIT_TEXT_FILL_FORE_SCHEMECOLOR_INDEX_3_BRIGHTNESS" val="0"/>
  <p:tag name="KSO_WM_UNIT_TEXT_FILL_FORE_SCHEMECOLOR_INDEX_3" val="6"/>
  <p:tag name="KSO_WM_UNIT_TEXT_FILL_FORE_SCHEMECOLOR_INDEX_3_POS" val="1"/>
  <p:tag name="KSO_WM_UNIT_TEXT_FILL_FORE_SCHEMECOLOR_INDEX_3_TRANS" val="0"/>
  <p:tag name="KSO_WM_UNIT_TEXT_FILL_GRADIENT_TYPE" val="0"/>
  <p:tag name="KSO_WM_UNIT_TEXT_FILL_GRADIENT_ANGLE" val="0"/>
  <p:tag name="KSO_WM_UNIT_TEXT_FILL_GRADIENT_DIRECTION" val="3"/>
  <p:tag name="KSO_WM_UNIT_TEXT_FILL_TYPE" val="3"/>
  <p:tag name="KSO_WM_UNIT_ISCONTENTSTITLE" val="0"/>
  <p:tag name="KSO_WM_UNIT_ISNUMDGMTITLE" val="0"/>
  <p:tag name="KSO_WM_UNIT_PRESET_TEXT" val="添加副标题"/>
  <p:tag name="KSO_WM_UNIT_NOCLEAR" val="0"/>
  <p:tag name="KSO_WM_UNIT_VALUE" val="17"/>
  <p:tag name="KSO_WM_UNIT_HIGHLIGHT" val="0"/>
  <p:tag name="KSO_WM_UNIT_COMPATIBLE" val="0"/>
  <p:tag name="KSO_WM_UNIT_DIAGRAM_ISNUMVISUAL" val="0"/>
  <p:tag name="KSO_WM_UNIT_DIAGRAM_ISREFERUNIT" val="0"/>
  <p:tag name="KSO_WM_UNIT_CONTENT_GROUP_TYPE" val="contentchip"/>
  <p:tag name="KSO_WM_UNIT_TYPE" val="b"/>
  <p:tag name="KSO_WM_UNIT_INDEX" val="1"/>
  <p:tag name="KSO_WM_UNIT_ID" val="_1*b*1"/>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3.0"/>
  <p:tag name="KSO_WM_BEAUTIFY_FLAG" val="#wm#"/>
</p:tagLst>
</file>

<file path=ppt/tags/tag12.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8"/>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2*i*1"/>
  <p:tag name="KSO_WM_UNIT_LAYERLEVEL" val="1"/>
  <p:tag name="KSO_WM_TAG_VERSION" val="3.0"/>
  <p:tag name="KSO_WM_BEAUTIFY_FLAG" val="#wm#"/>
</p:tagLst>
</file>

<file path=ppt/tags/tag13.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2*i*2"/>
  <p:tag name="KSO_WM_UNIT_LAYERLEVEL" val="1"/>
  <p:tag name="KSO_WM_TAG_VERSION" val="3.0"/>
  <p:tag name="KSO_WM_BEAUTIFY_FLAG" val="#wm#"/>
</p:tagLst>
</file>

<file path=ppt/tags/tag14.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titlestyle"/>
  <p:tag name="KSO_WM_UNIT_TYPE" val="a"/>
  <p:tag name="KSO_WM_UNIT_INDEX" val="1"/>
  <p:tag name="KSO_WM_UNIT_ID" val="_2*a*1"/>
  <p:tag name="KSO_WM_UNIT_LAYERLEVEL" val="1"/>
  <p:tag name="KSO_WM_TAG_VERSION" val="3.0"/>
  <p:tag name="KSO_WM_BEAUTIFY_FLAG" val="#wm#"/>
</p:tagLst>
</file>

<file path=ppt/tags/tag15.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2*f*1"/>
  <p:tag name="KSO_WM_UNIT_LAYERLEVEL" val="1"/>
  <p:tag name="KSO_WM_TAG_VERSION" val="3.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9.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12"/>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3*i*1"/>
  <p:tag name="KSO_WM_UNIT_LAYERLEVEL" val="1"/>
  <p:tag name="KSO_WM_TAG_VERSION" val="3.0"/>
  <p:tag name="KSO_WM_BEAUTIFY_FLAG" val="#wm#"/>
</p:tagLst>
</file>

<file path=ppt/tags/tag20.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3*i*2"/>
  <p:tag name="KSO_WM_UNIT_LAYERLEVEL" val="1"/>
  <p:tag name="KSO_WM_TAG_VERSION" val="3.0"/>
  <p:tag name="KSO_WM_BEAUTIFY_FLAG" val="#wm#"/>
</p:tagLst>
</file>

<file path=ppt/tags/tag21.xml><?xml version="1.0" encoding="utf-8"?>
<p:tagLst xmlns:p="http://schemas.openxmlformats.org/presentationml/2006/main">
  <p:tag name="KSO_WM_UNIT_LINE_FORE_SCHEMECOLOR_INDEX_BRIGHTNESS" val="0.4"/>
  <p:tag name="KSO_WM_UNIT_LINE_FORE_SCHEMECOLOR_INDEX" val="15"/>
  <p:tag name="KSO_WM_UNIT_LINE_FILL_TYPE" val="2"/>
  <p:tag name="KSO_WM_UNIT_HIGHLIGHT" val="0"/>
  <p:tag name="KSO_WM_UNIT_COMPATIBLE" val="0"/>
  <p:tag name="KSO_WM_UNIT_DIAGRAM_ISNUMVISUAL" val="0"/>
  <p:tag name="KSO_WM_UNIT_DIAGRAM_ISREFERUNIT" val="0"/>
  <p:tag name="KSO_WM_UNIT_TYPE" val="i"/>
  <p:tag name="KSO_WM_UNIT_INDEX" val="3"/>
  <p:tag name="KSO_WM_UNIT_ID" val="_3*i*3"/>
  <p:tag name="KSO_WM_UNIT_LAYERLEVEL" val="1"/>
  <p:tag name="KSO_WM_TAG_VERSION" val="3.0"/>
  <p:tag name="KSO_WM_BEAUTIFY_FLAG" val="#wm#"/>
</p:tagLst>
</file>

<file path=ppt/tags/tag22.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4"/>
  <p:tag name="KSO_WM_UNIT_HIGHLIGHT" val="0"/>
  <p:tag name="KSO_WM_UNIT_COMPATIBLE" val="0"/>
  <p:tag name="KSO_WM_UNIT_DIAGRAM_ISNUMVISUAL" val="0"/>
  <p:tag name="KSO_WM_UNIT_DIAGRAM_ISREFERUNIT" val="0"/>
  <p:tag name="KSO_WM_UNIT_TYPE" val="a"/>
  <p:tag name="KSO_WM_UNIT_INDEX" val="1"/>
  <p:tag name="KSO_WM_UNIT_ID" val="_3*a*1"/>
  <p:tag name="KSO_WM_UNIT_LAYERLEVEL" val="1"/>
  <p:tag name="KSO_WM_TAG_VERSION" val="3.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3.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4*i*1"/>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4*i*2"/>
  <p:tag name="KSO_WM_UNIT_LAYERLEVEL" val="1"/>
  <p:tag name="KSO_WM_TAG_VERSION" val="3.0"/>
  <p:tag name="KSO_WM_BEAUTIFY_FLAG" val="#wm#"/>
</p:tagLst>
</file>

<file path=ppt/tags/tag28.xml><?xml version="1.0" encoding="utf-8"?>
<p:tagLst xmlns:p="http://schemas.openxmlformats.org/presentationml/2006/main">
  <p:tag name="KSO_WM_UNIT_TEXT_FILL_FORE_SCHEMECOLOR_INDEX_BRIGHTNESS" val="0.5"/>
  <p:tag name="KSO_WM_UNIT_TEXT_FILL_FORE_SCHEMECOLOR_INDEX" val="13"/>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4*i*3"/>
  <p:tag name="KSO_WM_UNIT_LAYERLEVEL" val="1"/>
  <p:tag name="KSO_WM_TAG_VERSION" val="3.0"/>
  <p:tag name="KSO_WM_BEAUTIFY_FLAG" val="#wm#"/>
</p:tagLst>
</file>

<file path=ppt/tags/tag29.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12"/>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4"/>
  <p:tag name="KSO_WM_UNIT_ID" val="_4*i*4"/>
  <p:tag name="KSO_WM_UNIT_LAYERLEVEL" val="1"/>
  <p:tag name="KSO_WM_TAG_VERSION" val="3.0"/>
  <p:tag name="KSO_WM_BEAUTIFY_FLAG" val="#wm#"/>
</p:tagLst>
</file>

<file path=ppt/tags/tag30.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5"/>
  <p:tag name="KSO_WM_UNIT_ID" val="_4*i*5"/>
  <p:tag name="KSO_WM_UNIT_LAYERLEVEL" val="1"/>
  <p:tag name="KSO_WM_TAG_VERSION" val="3.0"/>
  <p:tag name="KSO_WM_BEAUTIFY_FLAG" val="#wm#"/>
</p:tagLst>
</file>

<file path=ppt/tags/tag31.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6"/>
  <p:tag name="KSO_WM_UNIT_ID" val="_4*i*6"/>
  <p:tag name="KSO_WM_UNIT_LAYERLEVEL" val="1"/>
  <p:tag name="KSO_WM_TAG_VERSION" val="3.0"/>
  <p:tag name="KSO_WM_BEAUTIFY_FLAG" val="#wm#"/>
</p:tagLst>
</file>

<file path=ppt/tags/tag32.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7"/>
  <p:tag name="KSO_WM_UNIT_ID" val="_4*i*7"/>
  <p:tag name="KSO_WM_UNIT_LAYERLEVEL" val="1"/>
  <p:tag name="KSO_WM_TAG_VERSION" val="3.0"/>
  <p:tag name="KSO_WM_BEAUTIFY_FLAG" val="#wm#"/>
</p:tagLst>
</file>

<file path=ppt/tags/tag33.xml><?xml version="1.0" encoding="utf-8"?>
<p:tagLst xmlns:p="http://schemas.openxmlformats.org/presentationml/2006/main">
  <p:tag name="KSO_WM_UNIT_FILL_FORE_SCHEMECOLOR_INDEX_1_BRIGHTNESS" val="0"/>
  <p:tag name="KSO_WM_UNIT_FILL_FORE_SCHEMECOLOR_INDEX_1" val="8"/>
  <p:tag name="KSO_WM_UNIT_FILL_FORE_SCHEMECOLOR_INDEX_1_POS" val="0"/>
  <p:tag name="KSO_WM_UNIT_FILL_FORE_SCHEMECOLOR_INDEX_1_TRANS" val="0"/>
  <p:tag name="KSO_WM_UNIT_FILL_FORE_SCHEMECOLOR_INDEX_2_BRIGHTNESS" val="0"/>
  <p:tag name="KSO_WM_UNIT_FILL_FORE_SCHEMECOLOR_INDEX_2" val="6"/>
  <p:tag name="KSO_WM_UNIT_FILL_FORE_SCHEMECOLOR_INDEX_2_POS" val="0.54"/>
  <p:tag name="KSO_WM_UNIT_FILL_FORE_SCHEMECOLOR_INDEX_2_TRANS" val="0"/>
  <p:tag name="KSO_WM_UNIT_FILL_FORE_SCHEMECOLOR_INDEX_3_BRIGHTNESS" val="0"/>
  <p:tag name="KSO_WM_UNIT_FILL_FORE_SCHEMECOLOR_INDEX_3" val="9"/>
  <p:tag name="KSO_WM_UNIT_FILL_FORE_SCHEMECOLOR_INDEX_3_POS" val="1"/>
  <p:tag name="KSO_WM_UNIT_FILL_FORE_SCHEMECOLOR_INDEX_3_TRANS" val="0"/>
  <p:tag name="KSO_WM_UNIT_FILL_GRADIENT_TYPE" val="2"/>
  <p:tag name="KSO_WM_UNIT_FILL_GRADIENT_ANGLE" val="0"/>
  <p:tag name="KSO_WM_UNIT_FILL_GRADIENT_DIRECTION" val="12"/>
  <p:tag name="KSO_WM_UNIT_FILL_TYPE" val="3"/>
  <p:tag name="KSO_WM_UNIT_TEXT_FILL_FORE_SCHEMECOLOR_INDEX_BRIGHTNESS" val="0"/>
  <p:tag name="KSO_WM_UNIT_TEXT_FILL_FORE_SCHEMECOLOR_INDEX" val="14"/>
  <p:tag name="KSO_WM_UNIT_TEXT_FILL_TYPE" val="1"/>
  <p:tag name="KSO_WM_UNIT_PRESET_TEXT" val="01"/>
  <p:tag name="KSO_WM_UNIT_NOCLEAR" val="0"/>
  <p:tag name="KSO_WM_UNIT_VALUE" val="6"/>
  <p:tag name="KSO_WM_UNIT_HIGHLIGHT" val="0"/>
  <p:tag name="KSO_WM_UNIT_COMPATIBLE" val="1"/>
  <p:tag name="KSO_WM_UNIT_DIAGRAM_ISNUMVISUAL" val="0"/>
  <p:tag name="KSO_WM_UNIT_DIAGRAM_ISREFERUNIT" val="0"/>
  <p:tag name="KSO_WM_UNIT_CONTENT_GROUP_TYPE" val="contentchip"/>
  <p:tag name="KSO_WM_UNIT_TYPE" val="e"/>
  <p:tag name="KSO_WM_UNIT_INDEX" val="1"/>
  <p:tag name="KSO_WM_UNIT_ID" val="_4*e*1"/>
  <p:tag name="KSO_WM_UNIT_LAYERLEVEL" val="1"/>
  <p:tag name="KSO_WM_TAG_VERSION" val="3.0"/>
  <p:tag name="KSO_WM_BEAUTIFY_FLAG" val="#wm#"/>
</p:tagLst>
</file>

<file path=ppt/tags/tag34.xml><?xml version="1.0" encoding="utf-8"?>
<p:tagLst xmlns:p="http://schemas.openxmlformats.org/presentationml/2006/main">
  <p:tag name="KSO_WM_UNIT_ISCONTENTSTITLE" val="0"/>
  <p:tag name="KSO_WM_UNIT_ISNUMDGMTITLE" val="0"/>
  <p:tag name="KSO_WM_UNIT_PRESET_TEXT" val="添加章节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4*a*1"/>
  <p:tag name="KSO_WM_UNIT_LAYERLEVEL" val="1"/>
  <p:tag name="KSO_WM_TAG_VERSION" val="3.0"/>
  <p:tag name="KSO_WM_BEAUTIFY_FLAG" val="#wm#"/>
</p:tagLst>
</file>

<file path=ppt/tags/tag35.xml><?xml version="1.0" encoding="utf-8"?>
<p:tagLst xmlns:p="http://schemas.openxmlformats.org/presentationml/2006/main">
  <p:tag name="KSO_WM_UNIT_TEXT_FILL_FORE_SCHEMECOLOR_INDEX_BRIGHTNESS" val="0.5"/>
  <p:tag name="KSO_WM_UNIT_TEXT_FILL_FORE_SCHEMECOLOR_INDEX" val="13"/>
  <p:tag name="KSO_WM_UNIT_TEXT_FILL_TYPE" val="1"/>
  <p:tag name="KSO_WM_UNIT_HIGHLIGHT" val="0"/>
  <p:tag name="KSO_WM_UNIT_COMPATIBLE" val="0"/>
  <p:tag name="KSO_WM_UNIT_DIAGRAM_ISNUMVISUAL" val="0"/>
  <p:tag name="KSO_WM_UNIT_DIAGRAM_ISREFERUNIT" val="0"/>
  <p:tag name="KSO_WM_UNIT_TYPE" val="i"/>
  <p:tag name="KSO_WM_UNIT_INDEX" val="8"/>
  <p:tag name="KSO_WM_UNIT_ID" val="_4*i*8"/>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3.0"/>
  <p:tag name="KSO_WM_BEAUTIFY_FLAG" val="#wm#"/>
</p:tagLst>
</file>

<file path=ppt/tags/tag39.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8"/>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5*i*1"/>
  <p:tag name="KSO_WM_UNIT_LAYERLEVEL" val="1"/>
  <p:tag name="KSO_WM_TAG_VERSION" val="3.0"/>
  <p:tag name="KSO_WM_BEAUTIFY_FLAG" val="#wm#"/>
</p:tagLst>
</file>

<file path=ppt/tags/tag40.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5*i*2"/>
  <p:tag name="KSO_WM_UNIT_LAYERLEVEL" val="1"/>
  <p:tag name="KSO_WM_TAG_VERSION" val="3.0"/>
  <p:tag name="KSO_WM_BEAUTIFY_FLAG" val="#wm#"/>
</p:tagLst>
</file>

<file path=ppt/tags/tag41.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5*f*1"/>
  <p:tag name="KSO_WM_UNIT_LAYERLEVEL" val="1"/>
  <p:tag name="KSO_WM_TAG_VERSION" val="3.0"/>
  <p:tag name="KSO_WM_BEAUTIFY_FLAG" val="#wm#"/>
</p:tagLst>
</file>

<file path=ppt/tags/tag42.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2"/>
  <p:tag name="KSO_WM_UNIT_ID" val="_5*f*2"/>
  <p:tag name="KSO_WM_UNIT_LAYERLEVEL" val="1"/>
  <p:tag name="KSO_WM_TAG_VERSION" val="3.0"/>
  <p:tag name="KSO_WM_BEAUTIFY_FLAG" val="#wm#"/>
</p:tagLst>
</file>

<file path=ppt/tags/tag43.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titlestyle"/>
  <p:tag name="KSO_WM_UNIT_TYPE" val="a"/>
  <p:tag name="KSO_WM_UNIT_INDEX" val="1"/>
  <p:tag name="KSO_WM_UNIT_ID" val="_5*a*1"/>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47.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8"/>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6*i*1"/>
  <p:tag name="KSO_WM_UNIT_LAYERLEVEL" val="1"/>
  <p:tag name="KSO_WM_TAG_VERSION" val="3.0"/>
  <p:tag name="KSO_WM_BEAUTIFY_FLAG" val="#wm#"/>
</p:tagLst>
</file>

<file path=ppt/tags/tag48.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6*i*2"/>
  <p:tag name="KSO_WM_UNIT_LAYERLEVEL" val="1"/>
  <p:tag name="KSO_WM_TAG_VERSION" val="3.0"/>
  <p:tag name="KSO_WM_BEAUTIFY_FLAG" val="#wm#"/>
</p:tagLst>
</file>

<file path=ppt/tags/tag49.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2_1"/>
  <p:tag name="KSO_WM_UNIT_ID" val="_6*h_f*2_1"/>
  <p:tag name="KSO_WM_UNIT_LAYERLEVEL" val="1_1"/>
  <p:tag name="KSO_WM_TAG_VERSION" val="3.0"/>
  <p:tag name="KSO_WM_BEAUTIFY_FLAG" val="#wm#"/>
</p:tagLst>
</file>

<file path=ppt/tags/tag50.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2_1"/>
  <p:tag name="KSO_WM_UNIT_ID" val="_6*h_a*2_1"/>
  <p:tag name="KSO_WM_UNIT_LAYERLEVEL" val="1_1"/>
  <p:tag name="KSO_WM_TAG_VERSION" val="3.0"/>
  <p:tag name="KSO_WM_BEAUTIFY_FLAG" val="#wm#"/>
</p:tagLst>
</file>

<file path=ppt/tags/tag51.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60"/>
  <p:tag name="KSO_WM_UNIT_HIGHLIGHT" val="0"/>
  <p:tag name="KSO_WM_UNIT_COMPATIBLE" val="0"/>
  <p:tag name="KSO_WM_UNIT_DIAGRAM_ISNUMVISUAL" val="0"/>
  <p:tag name="KSO_WM_UNIT_DIAGRAM_ISREFERUNIT" val="0"/>
  <p:tag name="KSO_WM_UNIT_TYPE" val="h_f"/>
  <p:tag name="KSO_WM_UNIT_INDEX" val="1_1"/>
  <p:tag name="KSO_WM_UNIT_ID" val="_6*h_f*1_1"/>
  <p:tag name="KSO_WM_UNIT_LAYERLEVEL" val="1_1"/>
  <p:tag name="KSO_WM_TAG_VERSION" val="3.0"/>
  <p:tag name="KSO_WM_BEAUTIFY_FLAG" val="#wm#"/>
</p:tagLst>
</file>

<file path=ppt/tags/tag52.xml><?xml version="1.0" encoding="utf-8"?>
<p:tagLst xmlns:p="http://schemas.openxmlformats.org/presentationml/2006/main">
  <p:tag name="KSO_WM_UNIT_ISCONTENTSTITLE" val="0"/>
  <p:tag name="KSO_WM_UNIT_ISNUMDGMTITLE" val="0"/>
  <p:tag name="KSO_WM_UNIT_PRESET_TEXT" val="添加小标题"/>
  <p:tag name="KSO_WM_UNIT_NOCLEAR" val="0"/>
  <p:tag name="KSO_WM_UNIT_VALUE" val="10"/>
  <p:tag name="KSO_WM_UNIT_HIGHLIGHT" val="0"/>
  <p:tag name="KSO_WM_UNIT_COMPATIBLE" val="0"/>
  <p:tag name="KSO_WM_UNIT_DIAGRAM_ISNUMVISUAL" val="0"/>
  <p:tag name="KSO_WM_UNIT_DIAGRAM_ISREFERUNIT" val="0"/>
  <p:tag name="KSO_WM_UNIT_TYPE" val="h_a"/>
  <p:tag name="KSO_WM_UNIT_INDEX" val="1_1"/>
  <p:tag name="KSO_WM_UNIT_ID" val="_6*h_a*1_1"/>
  <p:tag name="KSO_WM_UNIT_LAYERLEVEL" val="1_1"/>
  <p:tag name="KSO_WM_TAG_VERSION" val="3.0"/>
  <p:tag name="KSO_WM_BEAUTIFY_FLAG" val="#wm#"/>
</p:tagLst>
</file>

<file path=ppt/tags/tag53.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titlestyle"/>
  <p:tag name="KSO_WM_UNIT_TYPE" val="a"/>
  <p:tag name="KSO_WM_UNIT_INDEX" val="1"/>
  <p:tag name="KSO_WM_UNIT_ID" val="_6*a*1"/>
  <p:tag name="KSO_WM_UNIT_LAYERLEVEL" val="1"/>
  <p:tag name="KSO_WM_TAG_VERSION" val="3.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57.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8"/>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7*i*1"/>
  <p:tag name="KSO_WM_UNIT_LAYERLEVEL" val="1"/>
  <p:tag name="KSO_WM_TAG_VERSION" val="3.0"/>
  <p:tag name="KSO_WM_BEAUTIFY_FLAG" val="#wm#"/>
</p:tagLst>
</file>

<file path=ppt/tags/tag58.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7*i*2"/>
  <p:tag name="KSO_WM_UNIT_LAYERLEVEL" val="1"/>
  <p:tag name="KSO_WM_TAG_VERSION" val="3.0"/>
  <p:tag name="KSO_WM_BEAUTIFY_FLAG" val="#wm#"/>
</p:tagLst>
</file>

<file path=ppt/tags/tag59.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titlestyle"/>
  <p:tag name="KSO_WM_UNIT_TYPE" val="a"/>
  <p:tag name="KSO_WM_UNIT_INDEX" val="1"/>
  <p:tag name="KSO_WM_UNIT_ID" val="_7*a*1"/>
  <p:tag name="KSO_WM_UNIT_LAYERLEVEL" val="1"/>
  <p:tag name="KSO_WM_TAG_VERSION" val="3.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63.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8*i*2"/>
  <p:tag name="KSO_WM_UNIT_LAYERLEVEL" val="1"/>
  <p:tag name="KSO_WM_TAG_VERSION" val="3.0"/>
  <p:tag name="KSO_WM_BEAUTIFY_FLAG" val="#wm#"/>
</p:tagLst>
</file>

<file path=ppt/tags/tag64.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8"/>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8*i*1"/>
  <p:tag name="KSO_WM_UNIT_LAYERLEVEL" val="1"/>
  <p:tag name="KSO_WM_TAG_VERSION" val="3.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68.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8"/>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9*i*1"/>
  <p:tag name="KSO_WM_UNIT_LAYERLEVEL" val="1"/>
  <p:tag name="KSO_WM_TAG_VERSION" val="3.0"/>
  <p:tag name="KSO_WM_BEAUTIFY_FLAG" val="#wm#"/>
</p:tagLst>
</file>

<file path=ppt/tags/tag69.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9*i*2"/>
  <p:tag name="KSO_WM_UNIT_LAYERLEVEL" val="1"/>
  <p:tag name="KSO_WM_TAG_VERSION" val="3.0"/>
  <p:tag name="KSO_WM_BEAUTIFY_FLAG" val="#wm#"/>
</p:tagLst>
</file>

<file path=ppt/tags/tag70.xml><?xml version="1.0" encoding="utf-8"?>
<p:tagLst xmlns:p="http://schemas.openxmlformats.org/presentationml/2006/main">
  <p:tag name="KSO_WM_UNIT_SUBTYPE" val="a"/>
  <p:tag name="KSO_WM_UNIT_PRESET_TEXT" val="单击此处编辑母版文本样式&#10;第二级&#10;第三级&#10;第四级&#10;第五级"/>
  <p:tag name="KSO_WM_UNIT_NOCLEAR" val="0"/>
  <p:tag name="KSO_WM_UNIT_VALUE" val="60"/>
  <p:tag name="KSO_WM_UNIT_HIGHLIGHT" val="0"/>
  <p:tag name="KSO_WM_UNIT_COMPATIBLE" val="0"/>
  <p:tag name="KSO_WM_UNIT_DIAGRAM_ISNUMVISUAL" val="0"/>
  <p:tag name="KSO_WM_UNIT_DIAGRAM_ISREFERUNIT" val="0"/>
  <p:tag name="KSO_WM_UNIT_TYPE" val="f"/>
  <p:tag name="KSO_WM_UNIT_INDEX" val="1"/>
  <p:tag name="KSO_WM_UNIT_ID" val="_9*f*1"/>
  <p:tag name="KSO_WM_UNIT_LAYERLEVEL" val="1"/>
  <p:tag name="KSO_WM_TAG_VERSION" val="3.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74.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8"/>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10*i*1"/>
  <p:tag name="KSO_WM_UNIT_LAYERLEVEL" val="1"/>
  <p:tag name="KSO_WM_TAG_VERSION" val="3.0"/>
  <p:tag name="KSO_WM_BEAUTIFY_FLAG" val="#wm#"/>
</p:tagLst>
</file>

<file path=ppt/tags/tag75.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10*i*2"/>
  <p:tag name="KSO_WM_UNIT_LAYERLEVEL" val="1"/>
  <p:tag name="KSO_WM_TAG_VERSION" val="3.0"/>
  <p:tag name="KSO_WM_BEAUTIFY_FLAG" val="#wm#"/>
</p:tagLst>
</file>

<file path=ppt/tags/tag76.xml><?xml version="1.0" encoding="utf-8"?>
<p:tagLst xmlns:p="http://schemas.openxmlformats.org/presentationml/2006/main">
  <p:tag name="KSO_WM_UNIT_ISCONTENTSTITLE" val="0"/>
  <p:tag name="KSO_WM_UNIT_ISNUMDGMTITLE" val="0"/>
  <p:tag name="KSO_WM_UNIT_PRESET_TEXT" val="单击此处添加副标题内容"/>
  <p:tag name="KSO_WM_UNIT_NOCLEAR" val="0"/>
  <p:tag name="KSO_WM_UNIT_VALUE" val="17"/>
  <p:tag name="KSO_WM_UNIT_HIGHLIGHT" val="0"/>
  <p:tag name="KSO_WM_UNIT_COMPATIBLE" val="0"/>
  <p:tag name="KSO_WM_UNIT_DIAGRAM_ISNUMVISUAL" val="0"/>
  <p:tag name="KSO_WM_UNIT_DIAGRAM_ISREFERUNIT" val="0"/>
  <p:tag name="KSO_WM_UNIT_CONTENT_GROUP_TYPE" val="titlestyle"/>
  <p:tag name="KSO_WM_UNIT_TYPE" val="b"/>
  <p:tag name="KSO_WM_UNIT_INDEX" val="1"/>
  <p:tag name="KSO_WM_UNIT_ID" val="_10*b*1"/>
  <p:tag name="KSO_WM_UNIT_LAYERLEVEL" val="1"/>
  <p:tag name="KSO_WM_TAG_VERSION" val="3.0"/>
  <p:tag name="KSO_WM_BEAUTIFY_FLAG" val="#wm#"/>
</p:tagLst>
</file>

<file path=ppt/tags/tag77.xml><?xml version="1.0" encoding="utf-8"?>
<p:tagLst xmlns:p="http://schemas.openxmlformats.org/presentationml/2006/main">
  <p:tag name="KSO_WM_UNIT_ISCONTENTSTITLE" val="0"/>
  <p:tag name="KSO_WM_UNIT_ISNUMDGMTITLE" val="0"/>
  <p:tag name="KSO_WM_UNIT_PRESET_TEXT" val="单击添加文档标题"/>
  <p:tag name="KSO_WM_UNIT_NOCLEAR" val="0"/>
  <p:tag name="KSO_WM_UNIT_VALUE" val="10"/>
  <p:tag name="KSO_WM_UNIT_HIGHLIGHT" val="0"/>
  <p:tag name="KSO_WM_UNIT_COMPATIBLE" val="0"/>
  <p:tag name="KSO_WM_UNIT_DIAGRAM_ISNUMVISUAL" val="0"/>
  <p:tag name="KSO_WM_UNIT_DIAGRAM_ISREFERUNIT" val="0"/>
  <p:tag name="KSO_WM_UNIT_CONTENT_GROUP_TYPE" val="titlestyle"/>
  <p:tag name="KSO_WM_UNIT_TYPE" val="a"/>
  <p:tag name="KSO_WM_UNIT_INDEX" val="1"/>
  <p:tag name="KSO_WM_UNIT_ID" val="_10*a*1"/>
  <p:tag name="KSO_WM_UNIT_LAYERLEVEL" val="1"/>
  <p:tag name="KSO_WM_TAG_VERSION" val="3.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3.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3.0"/>
  <p:tag name="KSO_WM_BEAUTIFY_FLAG" val="#wm#"/>
</p:tagLst>
</file>

<file path=ppt/tags/tag83.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12"/>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3.0"/>
  <p:tag name="KSO_WM_BEAUTIFY_FLAG" val="#wm#"/>
</p:tagLst>
</file>

<file path=ppt/tags/tag84.xml><?xml version="1.0" encoding="utf-8"?>
<p:tagLst xmlns:p="http://schemas.openxmlformats.org/presentationml/2006/main">
  <p:tag name="KSO_WM_UNIT_SUBTYPE" val="b"/>
  <p:tag name="KSO_WM_UNIT_PRESET_TEXT" val="汇报人：稻小壳"/>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_11*f*1"/>
  <p:tag name="KSO_WM_UNIT_LAYERLEVEL" val="1"/>
  <p:tag name="KSO_WM_TAG_VERSION" val="3.0"/>
  <p:tag name="KSO_WM_BEAUTIFY_FLAG" val="#wm#"/>
</p:tagLst>
</file>

<file path=ppt/tags/tag85.xml><?xml version="1.0" encoding="utf-8"?>
<p:tagLst xmlns:p="http://schemas.openxmlformats.org/presentationml/2006/main">
  <p:tag name="KSO_WM_UNIT_ISCONTENTSTITLE" val="0"/>
  <p:tag name="KSO_WM_UNIT_ISNUMDGMTITLE" val="0"/>
  <p:tag name="KSO_WM_UNIT_PRESET_TEXT" val="感谢您的观看"/>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_11*a*1"/>
  <p:tag name="KSO_WM_UNIT_LAYERLEVEL" val="1"/>
  <p:tag name="KSO_WM_TAG_VERSION" val="3.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_11*i*4"/>
  <p:tag name="KSO_WM_UNIT_LAYERLEVEL" val="1"/>
  <p:tag name="KSO_WM_TAG_VERSION" val="3.0"/>
  <p:tag name="KSO_WM_BEAUTIFY_FLAG" val="#wm#"/>
</p:tagLst>
</file>

<file path=ppt/tags/tag87.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12"/>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5"/>
  <p:tag name="KSO_WM_UNIT_ID" val="_11*i*5"/>
  <p:tag name="KSO_WM_UNIT_LAYERLEVEL" val="1"/>
  <p:tag name="KSO_WM_TAG_VERSION" val="3.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6"/>
  <p:tag name="KSO_WM_UNIT_ID" val="_11*i*6"/>
  <p:tag name="KSO_WM_UNIT_LAYERLEVEL" val="1"/>
  <p:tag name="KSO_WM_TAG_VERSION" val="3.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92.xml><?xml version="1.0" encoding="utf-8"?>
<p:tagLst xmlns:p="http://schemas.openxmlformats.org/presentationml/2006/main">
  <p:tag name="KSO_WM_UNIT_FILL_FORE_SCHEMECOLOR_INDEX_1_BRIGHTNESS" val="0"/>
  <p:tag name="KSO_WM_UNIT_FILL_FORE_SCHEMECOLOR_INDEX_1" val="6"/>
  <p:tag name="KSO_WM_UNIT_FILL_FORE_SCHEMECOLOR_INDEX_1_POS" val="0"/>
  <p:tag name="KSO_WM_UNIT_FILL_FORE_SCHEMECOLOR_INDEX_1_TRANS" val="0"/>
  <p:tag name="KSO_WM_UNIT_FILL_FORE_SCHEMECOLOR_INDEX_2_BRIGHTNESS" val="0"/>
  <p:tag name="KSO_WM_UNIT_FILL_FORE_SCHEMECOLOR_INDEX_2" val="7"/>
  <p:tag name="KSO_WM_UNIT_FILL_FORE_SCHEMECOLOR_INDEX_2_POS" val="0.46"/>
  <p:tag name="KSO_WM_UNIT_FILL_FORE_SCHEMECOLOR_INDEX_2_TRANS" val="0"/>
  <p:tag name="KSO_WM_UNIT_FILL_FORE_SCHEMECOLOR_INDEX_3_BRIGHTNESS" val="0"/>
  <p:tag name="KSO_WM_UNIT_FILL_FORE_SCHEMECOLOR_INDEX_3" val="5"/>
  <p:tag name="KSO_WM_UNIT_FILL_FORE_SCHEMECOLOR_INDEX_3_POS" val="1"/>
  <p:tag name="KSO_WM_UNIT_FILL_FORE_SCHEMECOLOR_INDEX_3_TRANS" val="0"/>
  <p:tag name="KSO_WM_UNIT_FILL_GRADIENT_TYPE" val="2"/>
  <p:tag name="KSO_WM_UNIT_FILL_GRADIENT_ANGLE" val="0"/>
  <p:tag name="KSO_WM_UNIT_FILL_GRADIENT_DIRECTION" val="8"/>
  <p:tag name="KSO_WM_UNIT_FILL_TYPE" val="3"/>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93.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UNIT_HIGHLIGHT" val="0"/>
  <p:tag name="KSO_WM_UNIT_COMPATIBLE" val="0"/>
  <p:tag name="KSO_WM_UNIT_DIAGRAM_ISNUMVISUAL" val="0"/>
  <p:tag name="KSO_WM_UNIT_DIAGRAM_ISREFERUNIT" val="0"/>
  <p:tag name="KSO_WM_UNIT_TYPE" val="i"/>
  <p:tag name="KSO_WM_UNIT_INDEX" val="2"/>
  <p:tag name="KSO_WM_UNIT_ID" val="_0*i*2"/>
  <p:tag name="KSO_WM_UNIT_LAYERLEVEL" val="1"/>
  <p:tag name="KSO_WM_TAG_VERSION" val="3.0"/>
  <p:tag name="KSO_WM_BEAUTIFY_FLAG" val="#wm#"/>
</p:tagLst>
</file>

<file path=ppt/tags/tag94.xml><?xml version="1.0" encoding="utf-8"?>
<p:tagLst xmlns:p="http://schemas.openxmlformats.org/presentationml/2006/main">
  <p:tag name="KSO_WM_UNIT_ISCONTENTSTITLE" val="0"/>
  <p:tag name="KSO_WM_UNIT_ISNUMDGMTITLE" val="0"/>
  <p:tag name="KSO_WM_UNIT_PRESET_TEXT" val="单击此处编辑母版标题样式"/>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_0*a*1"/>
  <p:tag name="KSO_WM_UNIT_LAYERLEVEL" val="1"/>
  <p:tag name="KSO_WM_TAG_VERSION" val="1.0"/>
  <p:tag name="KSO_WM_BEAUTIFY_FLAG" val="#wm#"/>
  <p:tag name="KSO_WM_TEMPLATE_CATEGORY" val="custom"/>
  <p:tag name="KSO_WM_TEMPLATE_INDEX" val="20233412"/>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98.xml><?xml version="1.0" encoding="utf-8"?>
<p:tagLst xmlns:p="http://schemas.openxmlformats.org/presentationml/2006/main">
  <p:tag name="KSO_WM_UNIT_SUBTYPE" val="a"/>
  <p:tag name="KSO_WM_UNIT_PRESET_TEXT" val="单击此处编辑母版文本样式&#10;二级&#10;三级&#10;四级&#10;五级"/>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_0*f*1"/>
  <p:tag name="KSO_WM_UNIT_LAYERLEVEL" val="1"/>
  <p:tag name="KSO_WM_TAG_VERSION" val="3.0"/>
  <p:tag name="KSO_WM_BEAUTIFY_FLAG" val="#wm#"/>
  <p:tag name="KSO_WM_TEMPLATE_CATEGORY" val="custom"/>
  <p:tag name="KSO_WM_TEMPLATE_INDEX" val="20233412"/>
</p:tagLst>
</file>

<file path=ppt/tags/tag99.xml><?xml version="1.0" encoding="utf-8"?>
<p:tagLst xmlns:p="http://schemas.openxmlformats.org/presentationml/2006/main">
  <p:tag name="KSO_WM_SPECIAL_SOURCE" val="bdnull"/>
  <p:tag name="KSO_WM_TEMPLATE_THUMBS_INDEX" val="1、11"/>
  <p:tag name="KSO_WM_TEMPLATE_SUBCATEGORY" val="29"/>
  <p:tag name="KSO_WM_TEMPLATE_MASTER_TYPE" val="0"/>
  <p:tag name="KSO_WM_TEMPLATE_COLOR_TYPE" val="0"/>
  <p:tag name="KSO_WM_TAG_VERSION" val="3.0"/>
  <p:tag name="KSO_WM_BEAUTIFY_FLAG" val="#wm#"/>
  <p:tag name="KSO_WM_TEMPLATE_CATEGORY" val="custom"/>
  <p:tag name="KSO_WM_TEMPLATE_INDEX" val="20233412"/>
</p:tagLst>
</file>

<file path=ppt/tags/tag100.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01.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02.xml><?xml version="1.0" encoding="utf-8"?>
<p:tagLst xmlns:p="http://schemas.openxmlformats.org/presentationml/2006/main">
  <p:tag name="KSO_WM_UNIT_INDEX" val="3"/>
  <p:tag name="KSO_WM_UNIT_TYPE" val="d"/>
  <p:tag name="KSO_WM_BEAUTIFY_FLAG" val="#wm#"/>
</p:tagLst>
</file>

<file path=ppt/tags/tag103.xml><?xml version="1.0" encoding="utf-8"?>
<p:tagLst xmlns:p="http://schemas.openxmlformats.org/presentationml/2006/main">
  <p:tag name="KSO_WM_UNIT_INDEX" val="4"/>
  <p:tag name="KSO_WM_UNIT_TYPE" val="d"/>
  <p:tag name="KSO_WM_BEAUTIFY_FLAG" val="#wm#"/>
</p:tagLst>
</file>

<file path=ppt/tags/tag104.xml><?xml version="1.0" encoding="utf-8"?>
<p:tagLst xmlns:p="http://schemas.openxmlformats.org/presentationml/2006/main">
  <p:tag name="KSO_WM_SLIDE_TYPE" val="text"/>
  <p:tag name="KSO_WM_BEAUTIFY_FLAG" val="#wm#"/>
</p:tagLst>
</file>

<file path=ppt/tags/tag105.xml><?xml version="1.0" encoding="utf-8"?>
<p:tagLst xmlns:p="http://schemas.openxmlformats.org/presentationml/2006/main">
  <p:tag name="KSO_WM_UNIT_INDEX" val="1"/>
  <p:tag name="KSO_WM_UNIT_TYPE" val="f"/>
  <p:tag name="KSO_WM_BEAUTIFY_FLAG" val="#wm#"/>
</p:tagLst>
</file>

<file path=ppt/tags/tag106.xml><?xml version="1.0" encoding="utf-8"?>
<p:tagLst xmlns:p="http://schemas.openxmlformats.org/presentationml/2006/main">
  <p:tag name="KSO_WM_UNIT_INDEX" val="16"/>
  <p:tag name="KSO_WM_UNIT_TYPE" val="f"/>
  <p:tag name="KSO_WM_BEAUTIFY_FLAG" val="#wm#"/>
</p:tagLst>
</file>

<file path=ppt/tags/tag107.xml><?xml version="1.0" encoding="utf-8"?>
<p:tagLst xmlns:p="http://schemas.openxmlformats.org/presentationml/2006/main">
  <p:tag name="KSO_WM_SLIDE_TYPE" val="contents"/>
  <p:tag name="KSO_WM_BEAUTIFY_FLAG" val="#wm#"/>
</p:tagLst>
</file>

<file path=ppt/tags/tag108.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09.xml><?xml version="1.0" encoding="utf-8"?>
<p:tagLst xmlns:p="http://schemas.openxmlformats.org/presentationml/2006/main">
  <p:tag name="KSO_WM_UNIT_INDEX" val="1"/>
  <p:tag name="KSO_WM_UNIT_TYPE" val="a"/>
  <p:tag name="KSO_WM_BEAUTIFY_FLAG" val="#wm#"/>
</p:tagLst>
</file>

<file path=ppt/tags/tag110.xml><?xml version="1.0" encoding="utf-8"?>
<p:tagLst xmlns:p="http://schemas.openxmlformats.org/presentationml/2006/main">
  <p:tag name="KSO_WM_SLIDE_TYPE" val="text"/>
  <p:tag name="KSO_WM_BEAUTIFY_FLAG" val="#wm#"/>
</p:tagLst>
</file>

<file path=ppt/tags/tag111.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12.xml><?xml version="1.0" encoding="utf-8"?>
<p:tagLst xmlns:p="http://schemas.openxmlformats.org/presentationml/2006/main">
  <p:tag name="KSO_WM_UNIT_INDEX" val="1"/>
  <p:tag name="KSO_WM_UNIT_TYPE" val="a"/>
  <p:tag name="KSO_WM_BEAUTIFY_FLAG" val="#wm#"/>
</p:tagLst>
</file>

<file path=ppt/tags/tag113.xml><?xml version="1.0" encoding="utf-8"?>
<p:tagLst xmlns:p="http://schemas.openxmlformats.org/presentationml/2006/main">
  <p:tag name="KSO_WM_SLIDE_TYPE" val="text"/>
  <p:tag name="KSO_WM_BEAUTIFY_FLAG" val="#wm#"/>
</p:tagLst>
</file>

<file path=ppt/tags/tag114.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15.xml><?xml version="1.0" encoding="utf-8"?>
<p:tagLst xmlns:p="http://schemas.openxmlformats.org/presentationml/2006/main">
  <p:tag name="KSO_WM_UNIT_INDEX" val="1"/>
  <p:tag name="KSO_WM_UNIT_TYPE" val="a"/>
  <p:tag name="KSO_WM_BEAUTIFY_FLAG" val="#wm#"/>
</p:tagLst>
</file>

<file path=ppt/tags/tag116.xml><?xml version="1.0" encoding="utf-8"?>
<p:tagLst xmlns:p="http://schemas.openxmlformats.org/presentationml/2006/main">
  <p:tag name="KSO_WM_SLIDE_TYPE" val="text"/>
  <p:tag name="KSO_WM_BEAUTIFY_FLAG" val="#wm#"/>
</p:tagLst>
</file>

<file path=ppt/tags/tag117.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18.xml><?xml version="1.0" encoding="utf-8"?>
<p:tagLst xmlns:p="http://schemas.openxmlformats.org/presentationml/2006/main">
  <p:tag name="KSO_WM_UNIT_INDEX" val="1"/>
  <p:tag name="KSO_WM_UNIT_TYPE" val="a"/>
  <p:tag name="KSO_WM_BEAUTIFY_FLAG" val="#wm#"/>
</p:tagLst>
</file>

<file path=ppt/tags/tag119.xml><?xml version="1.0" encoding="utf-8"?>
<p:tagLst xmlns:p="http://schemas.openxmlformats.org/presentationml/2006/main">
  <p:tag name="KSO_WM_SLIDE_TYPE" val="text"/>
  <p:tag name="KSO_WM_BEAUTIFY_FLAG" val="#wm#"/>
</p:tagLst>
</file>

<file path=ppt/tags/tag12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21.xml><?xml version="1.0" encoding="utf-8"?>
<p:tagLst xmlns:p="http://schemas.openxmlformats.org/presentationml/2006/main">
  <p:tag name="KSO_WM_UNIT_INDEX" val="1"/>
  <p:tag name="KSO_WM_UNIT_TYPE" val="a"/>
  <p:tag name="KSO_WM_BEAUTIFY_FLAG" val="#wm#"/>
</p:tagLst>
</file>

<file path=ppt/tags/tag122.xml><?xml version="1.0" encoding="utf-8"?>
<p:tagLst xmlns:p="http://schemas.openxmlformats.org/presentationml/2006/main">
  <p:tag name="KSO_WM_SLIDE_TYPE" val="text"/>
  <p:tag name="KSO_WM_BEAUTIFY_FLAG" val="#wm#"/>
</p:tagLst>
</file>

<file path=ppt/tags/tag123.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24.xml><?xml version="1.0" encoding="utf-8"?>
<p:tagLst xmlns:p="http://schemas.openxmlformats.org/presentationml/2006/main">
  <p:tag name="KSO_WM_UNIT_INDEX" val="1"/>
  <p:tag name="KSO_WM_UNIT_TYPE" val="a"/>
  <p:tag name="KSO_WM_BEAUTIFY_FLAG" val="#wm#"/>
</p:tagLst>
</file>

<file path=ppt/tags/tag125.xml><?xml version="1.0" encoding="utf-8"?>
<p:tagLst xmlns:p="http://schemas.openxmlformats.org/presentationml/2006/main">
  <p:tag name="KSO_WM_SLIDE_TYPE" val="text"/>
  <p:tag name="KSO_WM_BEAUTIFY_FLAG" val="#wm#"/>
</p:tagLst>
</file>

<file path=ppt/tags/tag126.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27.xml><?xml version="1.0" encoding="utf-8"?>
<p:tagLst xmlns:p="http://schemas.openxmlformats.org/presentationml/2006/main">
  <p:tag name="KSO_WM_UNIT_INDEX" val="3"/>
  <p:tag name="KSO_WM_UNIT_TYPE" val="d"/>
  <p:tag name="KSO_WM_BEAUTIFY_FLAG" val="#wm#"/>
</p:tagLst>
</file>

<file path=ppt/tags/tag128.xml><?xml version="1.0" encoding="utf-8"?>
<p:tagLst xmlns:p="http://schemas.openxmlformats.org/presentationml/2006/main">
  <p:tag name="KSO_WM_UNIT_INDEX" val="1"/>
  <p:tag name="KSO_WM_UNIT_TYPE" val="a"/>
  <p:tag name="KSO_WM_BEAUTIFY_FLAG" val="#wm#"/>
</p:tagLst>
</file>

<file path=ppt/tags/tag129.xml><?xml version="1.0" encoding="utf-8"?>
<p:tagLst xmlns:p="http://schemas.openxmlformats.org/presentationml/2006/main">
  <p:tag name="KSO_WM_SLIDE_TYPE" val="text"/>
  <p:tag name="KSO_WM_BEAUTIFY_FLAG" val="#wm#"/>
</p:tagLst>
</file>

<file path=ppt/tags/tag13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31.xml><?xml version="1.0" encoding="utf-8"?>
<p:tagLst xmlns:p="http://schemas.openxmlformats.org/presentationml/2006/main">
  <p:tag name="KSO_WM_UNIT_INDEX" val="1"/>
  <p:tag name="KSO_WM_UNIT_TYPE" val="a"/>
  <p:tag name="KSO_WM_BEAUTIFY_FLAG" val="#wm#"/>
</p:tagLst>
</file>

<file path=ppt/tags/tag132.xml><?xml version="1.0" encoding="utf-8"?>
<p:tagLst xmlns:p="http://schemas.openxmlformats.org/presentationml/2006/main">
  <p:tag name="KSO_WM_SLIDE_TYPE" val="text"/>
  <p:tag name="KSO_WM_BEAUTIFY_FLAG" val="#wm#"/>
</p:tagLst>
</file>

<file path=ppt/tags/tag133.xml><?xml version="1.0" encoding="utf-8"?>
<p:tagLst xmlns:p="http://schemas.openxmlformats.org/presentationml/2006/main">
  <p:tag name="KSO_WM_UNIT_INDEX" val="3"/>
  <p:tag name="KSO_WM_UNIT_TYPE" val="d"/>
  <p:tag name="KSO_WM_BEAUTIFY_FLAG" val="#wm#"/>
</p:tagLst>
</file>

<file path=ppt/tags/tag134.xml><?xml version="1.0" encoding="utf-8"?>
<p:tagLst xmlns:p="http://schemas.openxmlformats.org/presentationml/2006/main">
  <p:tag name="KSO_WM_UNIT_INDEX" val="1"/>
  <p:tag name="KSO_WM_UNIT_TYPE" val="a"/>
  <p:tag name="KSO_WM_BEAUTIFY_FLAG" val="#wm#"/>
</p:tagLst>
</file>

<file path=ppt/tags/tag135.xml><?xml version="1.0" encoding="utf-8"?>
<p:tagLst xmlns:p="http://schemas.openxmlformats.org/presentationml/2006/main">
  <p:tag name="KSO_WM_SLIDE_TYPE" val="text"/>
  <p:tag name="KSO_WM_BEAUTIFY_FLAG" val="#wm#"/>
</p:tagLst>
</file>

<file path=ppt/tags/tag136.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37.xml><?xml version="1.0" encoding="utf-8"?>
<p:tagLst xmlns:p="http://schemas.openxmlformats.org/presentationml/2006/main">
  <p:tag name="KSO_WM_UNIT_INDEX" val="1"/>
  <p:tag name="KSO_WM_UNIT_TYPE" val="a"/>
  <p:tag name="KSO_WM_BEAUTIFY_FLAG" val="#wm#"/>
</p:tagLst>
</file>

<file path=ppt/tags/tag138.xml><?xml version="1.0" encoding="utf-8"?>
<p:tagLst xmlns:p="http://schemas.openxmlformats.org/presentationml/2006/main">
  <p:tag name="KSO_WM_SLIDE_TYPE" val="text"/>
  <p:tag name="KSO_WM_BEAUTIFY_FLAG" val="#wm#"/>
</p:tagLst>
</file>

<file path=ppt/tags/tag139.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40.xml><?xml version="1.0" encoding="utf-8"?>
<p:tagLst xmlns:p="http://schemas.openxmlformats.org/presentationml/2006/main">
  <p:tag name="KSO_WM_UNIT_INDEX" val="1"/>
  <p:tag name="KSO_WM_UNIT_TYPE" val="a"/>
  <p:tag name="KSO_WM_BEAUTIFY_FLAG" val="#wm#"/>
</p:tagLst>
</file>

<file path=ppt/tags/tag141.xml><?xml version="1.0" encoding="utf-8"?>
<p:tagLst xmlns:p="http://schemas.openxmlformats.org/presentationml/2006/main">
  <p:tag name="KSO_WM_SLIDE_TYPE" val="text"/>
  <p:tag name="KSO_WM_BEAUTIFY_FLAG" val="#wm#"/>
</p:tagLst>
</file>

<file path=ppt/tags/tag142.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43.xml><?xml version="1.0" encoding="utf-8"?>
<p:tagLst xmlns:p="http://schemas.openxmlformats.org/presentationml/2006/main">
  <p:tag name="KSO_WM_UNIT_INDEX" val="3"/>
  <p:tag name="KSO_WM_UNIT_TYPE" val="d"/>
  <p:tag name="KSO_WM_BEAUTIFY_FLAG" val="#wm#"/>
</p:tagLst>
</file>

<file path=ppt/tags/tag144.xml><?xml version="1.0" encoding="utf-8"?>
<p:tagLst xmlns:p="http://schemas.openxmlformats.org/presentationml/2006/main">
  <p:tag name="KSO_WM_UNIT_INDEX" val="1"/>
  <p:tag name="KSO_WM_UNIT_TYPE" val="a"/>
  <p:tag name="KSO_WM_BEAUTIFY_FLAG" val="#wm#"/>
</p:tagLst>
</file>

<file path=ppt/tags/tag145.xml><?xml version="1.0" encoding="utf-8"?>
<p:tagLst xmlns:p="http://schemas.openxmlformats.org/presentationml/2006/main">
  <p:tag name="KSO_WM_SLIDE_TYPE" val="text"/>
  <p:tag name="KSO_WM_BEAUTIFY_FLAG" val="#wm#"/>
</p:tagLst>
</file>

<file path=ppt/tags/tag146.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47.xml><?xml version="1.0" encoding="utf-8"?>
<p:tagLst xmlns:p="http://schemas.openxmlformats.org/presentationml/2006/main">
  <p:tag name="KSO_WM_UNIT_INDEX" val="3"/>
  <p:tag name="KSO_WM_UNIT_TYPE" val="d"/>
  <p:tag name="KSO_WM_BEAUTIFY_FLAG" val="#wm#"/>
</p:tagLst>
</file>

<file path=ppt/tags/tag148.xml><?xml version="1.0" encoding="utf-8"?>
<p:tagLst xmlns:p="http://schemas.openxmlformats.org/presentationml/2006/main">
  <p:tag name="KSO_WM_UNIT_INDEX" val="1"/>
  <p:tag name="KSO_WM_UNIT_TYPE" val="a"/>
  <p:tag name="KSO_WM_BEAUTIFY_FLAG" val="#wm#"/>
</p:tagLst>
</file>

<file path=ppt/tags/tag149.xml><?xml version="1.0" encoding="utf-8"?>
<p:tagLst xmlns:p="http://schemas.openxmlformats.org/presentationml/2006/main">
  <p:tag name="KSO_WM_SLIDE_TYPE" val="text"/>
  <p:tag name="KSO_WM_BEAUTIFY_FLAG" val="#wm#"/>
</p:tagLst>
</file>

<file path=ppt/tags/tag150.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51.xml><?xml version="1.0" encoding="utf-8"?>
<p:tagLst xmlns:p="http://schemas.openxmlformats.org/presentationml/2006/main">
  <p:tag name="KSO_WM_UNIT_INDEX" val="3"/>
  <p:tag name="KSO_WM_UNIT_TYPE" val="d"/>
  <p:tag name="KSO_WM_BEAUTIFY_FLAG" val="#wm#"/>
</p:tagLst>
</file>

<file path=ppt/tags/tag152.xml><?xml version="1.0" encoding="utf-8"?>
<p:tagLst xmlns:p="http://schemas.openxmlformats.org/presentationml/2006/main">
  <p:tag name="KSO_WM_UNIT_INDEX" val="1"/>
  <p:tag name="KSO_WM_UNIT_TYPE" val="a"/>
  <p:tag name="KSO_WM_BEAUTIFY_FLAG" val="#wm#"/>
</p:tagLst>
</file>

<file path=ppt/tags/tag153.xml><?xml version="1.0" encoding="utf-8"?>
<p:tagLst xmlns:p="http://schemas.openxmlformats.org/presentationml/2006/main">
  <p:tag name="KSO_WM_SLIDE_TYPE" val="text"/>
  <p:tag name="KSO_WM_BEAUTIFY_FLAG" val="#wm#"/>
</p:tagLst>
</file>

<file path=ppt/tags/tag154.xml><?xml version="1.0" encoding="utf-8"?>
<p:tagLst xmlns:p="http://schemas.openxmlformats.org/presentationml/2006/main">
  <p:tag name="KSO_WM_UNIT_INDEX" val="3"/>
  <p:tag name="KSO_WM_UNIT_TYPE" val="d"/>
  <p:tag name="KSO_WM_BEAUTIFY_FLAG" val="#wm#"/>
</p:tagLst>
</file>

<file path=ppt/tags/tag155.xml><?xml version="1.0" encoding="utf-8"?>
<p:tagLst xmlns:p="http://schemas.openxmlformats.org/presentationml/2006/main">
  <p:tag name="KSO_WM_UNIT_INDEX" val="1"/>
  <p:tag name="KSO_WM_UNIT_TYPE" val="a"/>
  <p:tag name="KSO_WM_BEAUTIFY_FLAG" val="#wm#"/>
</p:tagLst>
</file>

<file path=ppt/tags/tag156.xml><?xml version="1.0" encoding="utf-8"?>
<p:tagLst xmlns:p="http://schemas.openxmlformats.org/presentationml/2006/main">
  <p:tag name="KSO_WM_SLIDE_TYPE" val="text"/>
  <p:tag name="KSO_WM_BEAUTIFY_FLAG" val="#wm#"/>
</p:tagLst>
</file>

<file path=ppt/tags/tag157.xml><?xml version="1.0" encoding="utf-8"?>
<p:tagLst xmlns:p="http://schemas.openxmlformats.org/presentationml/2006/main">
  <p:tag name="KSO_WM_UNIT_INDEX" val="3"/>
  <p:tag name="KSO_WM_UNIT_TYPE" val="d"/>
  <p:tag name="KSO_WM_BEAUTIFY_FLAG" val="#wm#"/>
</p:tagLst>
</file>

<file path=ppt/tags/tag158.xml><?xml version="1.0" encoding="utf-8"?>
<p:tagLst xmlns:p="http://schemas.openxmlformats.org/presentationml/2006/main">
  <p:tag name="KSO_WM_UNIT_INDEX" val="1"/>
  <p:tag name="KSO_WM_UNIT_TYPE" val="a"/>
  <p:tag name="KSO_WM_BEAUTIFY_FLAG" val="#wm#"/>
</p:tagLst>
</file>

<file path=ppt/tags/tag159.xml><?xml version="1.0" encoding="utf-8"?>
<p:tagLst xmlns:p="http://schemas.openxmlformats.org/presentationml/2006/main">
  <p:tag name="KSO_WM_SLIDE_TYPE" val="text"/>
  <p:tag name="KSO_WM_BEAUTIFY_FLAG" val="#wm#"/>
</p:tagLst>
</file>

<file path=ppt/tags/tag160.xml><?xml version="1.0" encoding="utf-8"?>
<p:tagLst xmlns:p="http://schemas.openxmlformats.org/presentationml/2006/main">
  <p:tag name="KSO_WM_UNIT_INDEX" val="3"/>
  <p:tag name="KSO_WM_UNIT_TYPE" val="d"/>
  <p:tag name="KSO_WM_BEAUTIFY_FLAG" val="#wm#"/>
</p:tagLst>
</file>

<file path=ppt/tags/tag161.xml><?xml version="1.0" encoding="utf-8"?>
<p:tagLst xmlns:p="http://schemas.openxmlformats.org/presentationml/2006/main">
  <p:tag name="KSO_WM_UNIT_INDEX" val="1"/>
  <p:tag name="KSO_WM_UNIT_TYPE" val="a"/>
  <p:tag name="KSO_WM_BEAUTIFY_FLAG" val="#wm#"/>
</p:tagLst>
</file>

<file path=ppt/tags/tag162.xml><?xml version="1.0" encoding="utf-8"?>
<p:tagLst xmlns:p="http://schemas.openxmlformats.org/presentationml/2006/main">
  <p:tag name="KSO_WM_SLIDE_TYPE" val="text"/>
  <p:tag name="KSO_WM_BEAUTIFY_FLAG" val="#wm#"/>
</p:tagLst>
</file>

<file path=ppt/tags/tag163.xml><?xml version="1.0" encoding="utf-8"?>
<p:tagLst xmlns:p="http://schemas.openxmlformats.org/presentationml/2006/main">
  <p:tag name="KSO_WM_UNIT_INDEX" val="3"/>
  <p:tag name="KSO_WM_UNIT_TYPE" val="d"/>
  <p:tag name="KSO_WM_BEAUTIFY_FLAG" val="#wm#"/>
</p:tagLst>
</file>

<file path=ppt/tags/tag164.xml><?xml version="1.0" encoding="utf-8"?>
<p:tagLst xmlns:p="http://schemas.openxmlformats.org/presentationml/2006/main">
  <p:tag name="KSO_WM_UNIT_INDEX" val="1"/>
  <p:tag name="KSO_WM_UNIT_TYPE" val="a"/>
  <p:tag name="KSO_WM_BEAUTIFY_FLAG" val="#wm#"/>
</p:tagLst>
</file>

<file path=ppt/tags/tag165.xml><?xml version="1.0" encoding="utf-8"?>
<p:tagLst xmlns:p="http://schemas.openxmlformats.org/presentationml/2006/main">
  <p:tag name="KSO_WM_SLIDE_TYPE" val="text"/>
  <p:tag name="KSO_WM_BEAUTIFY_FLAG" val="#wm#"/>
</p:tagLst>
</file>

<file path=ppt/tags/tag166.xml><?xml version="1.0" encoding="utf-8"?>
<p:tagLst xmlns:p="http://schemas.openxmlformats.org/presentationml/2006/main">
  <p:tag name="KSO_WM_UNIT_INDEX" val="3"/>
  <p:tag name="KSO_WM_UNIT_TYPE" val="d"/>
  <p:tag name="KSO_WM_BEAUTIFY_FLAG" val="#wm#"/>
</p:tagLst>
</file>

<file path=ppt/tags/tag167.xml><?xml version="1.0" encoding="utf-8"?>
<p:tagLst xmlns:p="http://schemas.openxmlformats.org/presentationml/2006/main">
  <p:tag name="KSO_WM_UNIT_INDEX" val="1"/>
  <p:tag name="KSO_WM_UNIT_TYPE" val="a"/>
  <p:tag name="KSO_WM_BEAUTIFY_FLAG" val="#wm#"/>
</p:tagLst>
</file>

<file path=ppt/tags/tag168.xml><?xml version="1.0" encoding="utf-8"?>
<p:tagLst xmlns:p="http://schemas.openxmlformats.org/presentationml/2006/main">
  <p:tag name="KSO_WM_SLIDE_TYPE" val="text"/>
  <p:tag name="KSO_WM_BEAUTIFY_FLAG" val="#wm#"/>
</p:tagLst>
</file>

<file path=ppt/tags/tag169.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70.xml><?xml version="1.0" encoding="utf-8"?>
<p:tagLst xmlns:p="http://schemas.openxmlformats.org/presentationml/2006/main">
  <p:tag name="KSO_WM_UNIT_INDEX" val="1"/>
  <p:tag name="KSO_WM_UNIT_TYPE" val="a"/>
  <p:tag name="KSO_WM_BEAUTIFY_FLAG" val="#wm#"/>
</p:tagLst>
</file>

<file path=ppt/tags/tag171.xml><?xml version="1.0" encoding="utf-8"?>
<p:tagLst xmlns:p="http://schemas.openxmlformats.org/presentationml/2006/main">
  <p:tag name="KSO_WM_SLIDE_TYPE" val="text"/>
  <p:tag name="KSO_WM_BEAUTIFY_FLAG" val="#wm#"/>
</p:tagLst>
</file>

<file path=ppt/tags/tag172.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73.xml><?xml version="1.0" encoding="utf-8"?>
<p:tagLst xmlns:p="http://schemas.openxmlformats.org/presentationml/2006/main">
  <p:tag name="KSO_WM_UNIT_INDEX" val="1"/>
  <p:tag name="KSO_WM_UNIT_TYPE" val="a"/>
  <p:tag name="KSO_WM_BEAUTIFY_FLAG" val="#wm#"/>
</p:tagLst>
</file>

<file path=ppt/tags/tag174.xml><?xml version="1.0" encoding="utf-8"?>
<p:tagLst xmlns:p="http://schemas.openxmlformats.org/presentationml/2006/main">
  <p:tag name="KSO_WM_SLIDE_TYPE" val="text"/>
  <p:tag name="KSO_WM_BEAUTIFY_FLAG" val="#wm#"/>
</p:tagLst>
</file>

<file path=ppt/tags/tag175.xml><?xml version="1.0" encoding="utf-8"?>
<p:tagLst xmlns:p="http://schemas.openxmlformats.org/presentationml/2006/main">
  <p:tag name="KSO_WM_UNIT_INDEX" val="3"/>
  <p:tag name="KSO_WM_UNIT_TYPE" val="d"/>
  <p:tag name="KSO_WM_BEAUTIFY_FLAG" val="#wm#"/>
</p:tagLst>
</file>

<file path=ppt/tags/tag176.xml><?xml version="1.0" encoding="utf-8"?>
<p:tagLst xmlns:p="http://schemas.openxmlformats.org/presentationml/2006/main">
  <p:tag name="KSO_WM_UNIT_INDEX" val="1"/>
  <p:tag name="KSO_WM_UNIT_TYPE" val="a"/>
  <p:tag name="KSO_WM_BEAUTIFY_FLAG" val="#wm#"/>
</p:tagLst>
</file>

<file path=ppt/tags/tag177.xml><?xml version="1.0" encoding="utf-8"?>
<p:tagLst xmlns:p="http://schemas.openxmlformats.org/presentationml/2006/main">
  <p:tag name="KSO_WM_SLIDE_TYPE" val="text"/>
  <p:tag name="KSO_WM_BEAUTIFY_FLAG" val="#wm#"/>
</p:tagLst>
</file>

<file path=ppt/tags/tag178.xml><?xml version="1.0" encoding="utf-8"?>
<p:tagLst xmlns:p="http://schemas.openxmlformats.org/presentationml/2006/main">
  <p:tag name="KSO_WM_UNIT_INDEX" val="2"/>
  <p:tag name="KSO_WM_UNIT_TEXT_SUBTYPE" val="a"/>
  <p:tag name="KSO_WM_UNIT_SUBTYPE" val="a"/>
  <p:tag name="KSO_WM_UNIT_TYPE" val="f"/>
  <p:tag name="KSO_WM_BEAUTIFY_FLAG" val="#wm#"/>
</p:tagLst>
</file>

<file path=ppt/tags/tag179.xml><?xml version="1.0" encoding="utf-8"?>
<p:tagLst xmlns:p="http://schemas.openxmlformats.org/presentationml/2006/main">
  <p:tag name="KSO_WM_UNIT_INDEX" val="1"/>
  <p:tag name="KSO_WM_UNIT_TYPE" val="a"/>
  <p:tag name="KSO_WM_BEAUTIFY_FLAG" val="#wm#"/>
</p:tagLst>
</file>

<file path=ppt/tags/tag180.xml><?xml version="1.0" encoding="utf-8"?>
<p:tagLst xmlns:p="http://schemas.openxmlformats.org/presentationml/2006/main">
  <p:tag name="KSO_WM_SLIDE_TYPE" val="text"/>
  <p:tag name="KSO_WM_BEAUTIFY_FLAG" val="#wm#"/>
</p:tagLst>
</file>

<file path=ppt/tags/tag181.xml><?xml version="1.0" encoding="utf-8"?>
<p:tagLst xmlns:p="http://schemas.openxmlformats.org/presentationml/2006/main">
  <p:tag name="KSO_WM_UNIT_INDEX" val="1"/>
  <p:tag name="KSO_WM_UNIT_TEXT_SUBTYPE" val="a"/>
  <p:tag name="KSO_WM_UNIT_SUBTYPE" val="a"/>
  <p:tag name="KSO_WM_UNIT_TYPE" val="f"/>
  <p:tag name="KSO_WM_BEAUTIFY_FLAG" val="#wm#"/>
</p:tagLst>
</file>

<file path=ppt/tags/tag182.xml><?xml version="1.0" encoding="utf-8"?>
<p:tagLst xmlns:p="http://schemas.openxmlformats.org/presentationml/2006/main">
  <p:tag name="KSO_WM_UNIT_INDEX" val="3"/>
  <p:tag name="KSO_WM_UNIT_TYPE" val="d"/>
  <p:tag name="KSO_WM_BEAUTIFY_FLAG" val="#wm#"/>
</p:tagLst>
</file>

<file path=ppt/tags/tag183.xml><?xml version="1.0" encoding="utf-8"?>
<p:tagLst xmlns:p="http://schemas.openxmlformats.org/presentationml/2006/main">
  <p:tag name="KSO_WM_UNIT_SUBTYPE" val="b"/>
  <p:tag name="KSO_WM_UNIT_NOCLEAR" val="0"/>
  <p:tag name="KSO_WM_UNIT_VALUE" val="60"/>
  <p:tag name="KSO_WM_UNIT_HIGHLIGHT" val="0"/>
  <p:tag name="KSO_WM_UNIT_COMPATIBLE" val="0"/>
  <p:tag name="KSO_WM_UNIT_DIAGRAM_ISNUMVISUAL" val="0"/>
  <p:tag name="KSO_WM_UNIT_DIAGRAM_ISREFERUNIT" val="0"/>
  <p:tag name="KSO_WM_UNIT_CONTENT_GROUP_TYPE" val="contentchip"/>
  <p:tag name="KSO_WM_UNIT_TYPE" val="f"/>
  <p:tag name="KSO_WM_UNIT_INDEX" val="1"/>
  <p:tag name="KSO_WM_UNIT_ID" val="custom20233412_11*f*1"/>
  <p:tag name="KSO_WM_TEMPLATE_CATEGORY" val="custom"/>
  <p:tag name="KSO_WM_TEMPLATE_INDEX" val="20233412"/>
  <p:tag name="KSO_WM_UNIT_LAYERLEVEL" val="1"/>
  <p:tag name="KSO_WM_TAG_VERSION" val="3.0"/>
  <p:tag name="KSO_WM_BEAUTIFY_FLAG" val="#wm#"/>
  <p:tag name="KSO_WM_UNIT_PRESET_TEXT" val="Name"/>
</p:tagLst>
</file>

<file path=ppt/tags/tag184.xml><?xml version="1.0" encoding="utf-8"?>
<p:tagLst xmlns:p="http://schemas.openxmlformats.org/presentationml/2006/main">
  <p:tag name="KSO_WM_UNIT_ISCONTENTSTITLE" val="0"/>
  <p:tag name="KSO_WM_UNIT_ISNUMDGMTITLE" val="0"/>
  <p:tag name="KSO_WM_UNIT_NOCLEAR" val="0"/>
  <p:tag name="KSO_WM_UNIT_VALUE" val="10"/>
  <p:tag name="KSO_WM_UNIT_HIGHLIGHT" val="0"/>
  <p:tag name="KSO_WM_UNIT_COMPATIBLE" val="0"/>
  <p:tag name="KSO_WM_UNIT_DIAGRAM_ISNUMVISUAL" val="0"/>
  <p:tag name="KSO_WM_UNIT_DIAGRAM_ISREFERUNIT" val="0"/>
  <p:tag name="KSO_WM_UNIT_CONTENT_GROUP_TYPE" val="contentchip"/>
  <p:tag name="KSO_WM_UNIT_TYPE" val="a"/>
  <p:tag name="KSO_WM_UNIT_INDEX" val="1"/>
  <p:tag name="KSO_WM_UNIT_ID" val="custom20233412_11*a*1"/>
  <p:tag name="KSO_WM_TEMPLATE_CATEGORY" val="custom"/>
  <p:tag name="KSO_WM_TEMPLATE_INDEX" val="20233412"/>
  <p:tag name="KSO_WM_UNIT_LAYERLEVEL" val="1"/>
  <p:tag name="KSO_WM_TAG_VERSION" val="3.0"/>
  <p:tag name="KSO_WM_BEAUTIFY_FLAG" val="#wm#"/>
  <p:tag name="KSO_WM_UNIT_PRESET_TEXT" val="THANK YOU"/>
</p:tagLst>
</file>

<file path=ppt/tags/tag185.xml><?xml version="1.0" encoding="utf-8"?>
<p:tagLst xmlns:p="http://schemas.openxmlformats.org/presentationml/2006/main">
  <p:tag name="KSO_WM_SPECIAL_SOURCE" val="bdnull"/>
  <p:tag name="KSO_WM_SLIDE_CONTENT_AREA" val="{&quot;left&quot;:&quot;46.85&quot;,&quot;top&quot;:&quot;89.2&quot;,&quot;width&quot;:&quot;476.8&quot;,&quot;height&quot;:&quot;371.8&quot;}"/>
  <p:tag name="KSO_WM_SLIDE_ID" val="custom20233412_11"/>
  <p:tag name="KSO_WM_TEMPLATE_SUBCATEGORY" val="29"/>
  <p:tag name="KSO_WM_TEMPLATE_MASTER_TYPE" val="0"/>
  <p:tag name="KSO_WM_TEMPLATE_COLOR_TYPE" val="0"/>
  <p:tag name="KSO_WM_SLIDE_TYPE" val="endPage"/>
  <p:tag name="KSO_WM_SLIDE_SUBTYPE" val="pureTxt"/>
  <p:tag name="KSO_WM_SLIDE_ITEM_CNT" val="0"/>
  <p:tag name="KSO_WM_SLIDE_INDEX" val="11"/>
  <p:tag name="KSO_WM_TAG_VERSION" val="3.0"/>
  <p:tag name="KSO_WM_BEAUTIFY_FLAG" val="#wm#"/>
  <p:tag name="KSO_WM_TEMPLATE_CATEGORY" val="custom"/>
  <p:tag name="KSO_WM_TEMPLATE_INDEX" val="20233412"/>
  <p:tag name="KSO_WM_SLIDE_LAYOUT" val="a_f"/>
  <p:tag name="KSO_WM_SLIDE_LAYOUT_CNT" val="1_1"/>
  <p:tag name="KSO_WM_SLIDE_THEME_ID" val="3321232"/>
  <p:tag name="KSO_WM_SLIDE_THEME_NAME" val="Z_20233412_Blue Business"/>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自定义 7">
      <a:dk1>
        <a:srgbClr val="000000"/>
      </a:dk1>
      <a:lt1>
        <a:srgbClr val="FFFFFF"/>
      </a:lt1>
      <a:dk2>
        <a:srgbClr val="44546A"/>
      </a:dk2>
      <a:lt2>
        <a:srgbClr val="F2F3F7"/>
      </a:lt2>
      <a:accent1>
        <a:srgbClr val="1CA5F0"/>
      </a:accent1>
      <a:accent2>
        <a:srgbClr val="0048E5"/>
      </a:accent2>
      <a:accent3>
        <a:srgbClr val="55D5EF"/>
      </a:accent3>
      <a:accent4>
        <a:srgbClr val="5845AA"/>
      </a:accent4>
      <a:accent5>
        <a:srgbClr val="7E6CFF"/>
      </a:accent5>
      <a:accent6>
        <a:srgbClr val="F6406A"/>
      </a:accent6>
      <a:hlink>
        <a:srgbClr val="2B86F7"/>
      </a:hlink>
      <a:folHlink>
        <a:srgbClr val="E537EB"/>
      </a:folHlink>
    </a:clrScheme>
    <a:fontScheme name="字体-立体">
      <a:majorFont>
        <a:latin typeface="Nunito Sans ExtraBold"/>
        <a:ea typeface="Nunito Sans ExtraBold"/>
        <a:cs typeface=""/>
      </a:majorFont>
      <a:minorFont>
        <a:latin typeface="Nunito Sans"/>
        <a:ea typeface="Nunito San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a:noFill/>
          <a:prstDash val="solid"/>
        </a:ln>
        <a:effectLst>
          <a:outerShdw blurRad="203200" dist="101600" dir="8100000" algn="tr" rotWithShape="0">
            <a:srgbClr val="FF5DA9">
              <a:alpha val="10000"/>
            </a:srgbClr>
          </a:outerShdw>
        </a:effec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6826</Words>
  <Application>WPS Presentation</Application>
  <PresentationFormat>Widescreen</PresentationFormat>
  <Paragraphs>185</Paragraphs>
  <Slides>29</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29</vt:i4>
      </vt:variant>
    </vt:vector>
  </HeadingPairs>
  <TitlesOfParts>
    <vt:vector size="44" baseType="lpstr">
      <vt:lpstr>Arial</vt:lpstr>
      <vt:lpstr>SimSun</vt:lpstr>
      <vt:lpstr>Wingdings</vt:lpstr>
      <vt:lpstr>Wingdings</vt:lpstr>
      <vt:lpstr>Times New Roman</vt:lpstr>
      <vt:lpstr>Algerian</vt:lpstr>
      <vt:lpstr>Nunito Sans</vt:lpstr>
      <vt:lpstr>Segoe Print</vt:lpstr>
      <vt:lpstr>Microsoft YaHei</vt:lpstr>
      <vt:lpstr>Arial Unicode MS</vt:lpstr>
      <vt:lpstr>Nunito Sans ExtraBold</vt:lpstr>
      <vt:lpstr>Calibri</vt:lpstr>
      <vt:lpstr>Calibri Light</vt:lpstr>
      <vt:lpstr>Office Theme</vt:lpstr>
      <vt:lpstr>1_Office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CMR TECHNICAL CAMPUS UGC AUTONOMOUS Accredited by NBA &amp; NAAC with ‘A’ Grade Approved by AICTE, New Delhi and JNTU, Hyderabad Kandlakoya(V), Medchal Road, Hyderabad-501401, Telangana Department of Computer Science and Engineering   PLANT DISEASE IDENTIFICATION AND PESTICIDES RECOMMENDATION USING CNN  </dc:title>
  <dc:creator/>
  <cp:lastModifiedBy>sachi</cp:lastModifiedBy>
  <cp:revision>10</cp:revision>
  <dcterms:created xsi:type="dcterms:W3CDTF">2024-10-17T16:55:00Z</dcterms:created>
  <dcterms:modified xsi:type="dcterms:W3CDTF">2024-10-25T05:00:45Z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8216F5BF70654F618B375F03262BFE4B_12</vt:lpwstr>
  </property>
  <property fmtid="{D5CDD505-2E9C-101B-9397-08002B2CF9AE}" pid="3" name="KSOProductBuildVer">
    <vt:lpwstr>1033-12.2.0.18607</vt:lpwstr>
  </property>
</Properties>
</file>